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59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2323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9143999" cy="1011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9143999" cy="10119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6564" y="840299"/>
            <a:ext cx="8145270" cy="356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2701" y="1783600"/>
            <a:ext cx="7952996" cy="3631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2323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29664" y="7089200"/>
            <a:ext cx="2907029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6732" y="7083104"/>
            <a:ext cx="807719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92522" y="7098345"/>
            <a:ext cx="1054734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‹Nr.›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57200"/>
            <a:ext cx="9144000" cy="685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22395">
              <a:lnSpc>
                <a:spcPct val="100000"/>
              </a:lnSpc>
            </a:pPr>
            <a:r>
              <a:rPr sz="2100" spc="-1185" baseline="3968" dirty="0">
                <a:solidFill>
                  <a:srgbClr val="FFFF00"/>
                </a:solidFill>
                <a:latin typeface="Verdana"/>
                <a:cs typeface="Verdana"/>
              </a:rPr>
              <a:t>C</a:t>
            </a:r>
            <a:r>
              <a:rPr sz="1400" spc="-190" dirty="0">
                <a:latin typeface="Verdana"/>
                <a:cs typeface="Verdana"/>
              </a:rPr>
              <a:t>C</a:t>
            </a:r>
            <a:r>
              <a:rPr sz="2100" spc="-997" baseline="3968" dirty="0">
                <a:solidFill>
                  <a:srgbClr val="FFFF00"/>
                </a:solidFill>
                <a:latin typeface="Verdana"/>
                <a:cs typeface="Verdana"/>
              </a:rPr>
              <a:t>o</a:t>
            </a:r>
            <a:r>
              <a:rPr sz="1400" spc="-204" dirty="0">
                <a:latin typeface="Verdana"/>
                <a:cs typeface="Verdana"/>
              </a:rPr>
              <a:t>o</a:t>
            </a:r>
            <a:r>
              <a:rPr sz="2100" spc="-1770" baseline="3968" dirty="0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sz="1400" spc="-220" dirty="0">
                <a:latin typeface="Verdana"/>
                <a:cs typeface="Verdana"/>
              </a:rPr>
              <a:t>m</a:t>
            </a:r>
            <a:r>
              <a:rPr sz="2100" spc="-1035" baseline="3968" dirty="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sz="1400" spc="-204" dirty="0">
                <a:latin typeface="Verdana"/>
                <a:cs typeface="Verdana"/>
              </a:rPr>
              <a:t>p</a:t>
            </a:r>
            <a:r>
              <a:rPr sz="2100" spc="-1050" baseline="3968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1400" spc="-195" dirty="0">
                <a:latin typeface="Verdana"/>
                <a:cs typeface="Verdana"/>
              </a:rPr>
              <a:t>u</a:t>
            </a:r>
            <a:r>
              <a:rPr sz="2100" spc="-555" baseline="3968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1400" spc="-204" dirty="0">
                <a:latin typeface="Verdana"/>
                <a:cs typeface="Verdana"/>
              </a:rPr>
              <a:t>t</a:t>
            </a:r>
            <a:r>
              <a:rPr sz="2100" baseline="3968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-1882" baseline="3968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2100" spc="-930" baseline="3968" dirty="0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sz="1400" spc="-210" dirty="0">
                <a:latin typeface="Verdana"/>
                <a:cs typeface="Verdana"/>
              </a:rPr>
              <a:t>F</a:t>
            </a:r>
            <a:r>
              <a:rPr sz="2100" spc="-7" baseline="3968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100" spc="-2385" baseline="3968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spc="-195" dirty="0">
                <a:latin typeface="Verdana"/>
                <a:cs typeface="Verdana"/>
              </a:rPr>
              <a:t>n</a:t>
            </a:r>
            <a:r>
              <a:rPr sz="2100" spc="-1035" baseline="3968" dirty="0">
                <a:solidFill>
                  <a:srgbClr val="FFFF00"/>
                </a:solidFill>
                <a:latin typeface="Verdana"/>
                <a:cs typeface="Verdana"/>
              </a:rPr>
              <a:t>d</a:t>
            </a:r>
            <a:r>
              <a:rPr sz="1400" spc="-204" dirty="0">
                <a:latin typeface="Verdana"/>
                <a:cs typeface="Verdana"/>
              </a:rPr>
              <a:t>d</a:t>
            </a:r>
            <a:r>
              <a:rPr sz="2100" spc="-982" baseline="3968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1400" spc="-175" dirty="0">
                <a:latin typeface="Verdana"/>
                <a:cs typeface="Verdana"/>
              </a:rPr>
              <a:t>a</a:t>
            </a:r>
            <a:r>
              <a:rPr sz="2100" spc="-1770" baseline="3968" dirty="0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sz="1400" spc="-220" dirty="0">
                <a:latin typeface="Verdana"/>
                <a:cs typeface="Verdana"/>
              </a:rPr>
              <a:t>m</a:t>
            </a:r>
            <a:r>
              <a:rPr sz="2100" baseline="3968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-2310" baseline="3968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95" dirty="0">
                <a:latin typeface="Verdana"/>
                <a:cs typeface="Verdana"/>
              </a:rPr>
              <a:t>n</a:t>
            </a:r>
            <a:r>
              <a:rPr sz="2100" spc="-555" baseline="3968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1400" spc="-204" dirty="0">
                <a:latin typeface="Verdana"/>
                <a:cs typeface="Verdana"/>
              </a:rPr>
              <a:t>t</a:t>
            </a:r>
            <a:r>
              <a:rPr sz="2100" spc="-982" baseline="3968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1400" spc="-175" dirty="0">
                <a:latin typeface="Verdana"/>
                <a:cs typeface="Verdana"/>
              </a:rPr>
              <a:t>a</a:t>
            </a:r>
            <a:r>
              <a:rPr sz="2100" spc="-292" baseline="3968" dirty="0">
                <a:solidFill>
                  <a:srgbClr val="FFFF00"/>
                </a:solidFill>
                <a:latin typeface="Verdana"/>
                <a:cs typeface="Verdana"/>
              </a:rPr>
              <a:t>l</a:t>
            </a:r>
            <a:r>
              <a:rPr sz="1400" spc="-220" dirty="0">
                <a:latin typeface="Verdana"/>
                <a:cs typeface="Verdana"/>
              </a:rPr>
              <a:t>l</a:t>
            </a:r>
            <a:r>
              <a:rPr sz="2100" spc="-817" baseline="3968" dirty="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sz="1400" spc="-210" dirty="0">
                <a:latin typeface="Verdana"/>
                <a:cs typeface="Verdana"/>
              </a:rPr>
              <a:t>s</a:t>
            </a:r>
            <a:r>
              <a:rPr sz="2100" spc="-682" baseline="3968" dirty="0">
                <a:solidFill>
                  <a:srgbClr val="FFFF00"/>
                </a:solidFill>
                <a:latin typeface="Verdana"/>
                <a:cs typeface="Verdana"/>
              </a:rPr>
              <a:t>:</a:t>
            </a:r>
            <a:r>
              <a:rPr sz="1400" spc="-10" dirty="0">
                <a:latin typeface="Verdana"/>
                <a:cs typeface="Verdana"/>
              </a:rPr>
              <a:t>: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2100" spc="-989" baseline="3968" dirty="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sz="1400" spc="-204" dirty="0">
                <a:latin typeface="Verdana"/>
                <a:cs typeface="Verdana"/>
              </a:rPr>
              <a:t>P</a:t>
            </a:r>
            <a:r>
              <a:rPr sz="2100" spc="-622" baseline="3968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1400" spc="-200" dirty="0">
                <a:latin typeface="Verdana"/>
                <a:cs typeface="Verdana"/>
              </a:rPr>
              <a:t>r</a:t>
            </a:r>
            <a:r>
              <a:rPr sz="2100" spc="-15" baseline="3968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2100" spc="-2287" baseline="3968" dirty="0">
                <a:solidFill>
                  <a:srgbClr val="FFFF00"/>
                </a:solidFill>
                <a:latin typeface="Verdana"/>
                <a:cs typeface="Verdana"/>
              </a:rPr>
              <a:t>d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spc="-204" dirty="0">
                <a:latin typeface="Verdana"/>
                <a:cs typeface="Verdana"/>
              </a:rPr>
              <a:t>d</a:t>
            </a:r>
            <a:r>
              <a:rPr sz="2100" spc="-975" baseline="3968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1400" spc="-195" dirty="0">
                <a:latin typeface="Verdana"/>
                <a:cs typeface="Verdana"/>
              </a:rPr>
              <a:t>e</a:t>
            </a:r>
            <a:r>
              <a:rPr sz="2100" spc="-975" baseline="3968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1400" spc="-170" dirty="0">
                <a:latin typeface="Verdana"/>
                <a:cs typeface="Verdana"/>
              </a:rPr>
              <a:t>e</a:t>
            </a:r>
            <a:r>
              <a:rPr sz="2100" spc="-1035" baseline="3968" dirty="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sz="1400" spc="-10" dirty="0">
                <a:latin typeface="Verdana"/>
                <a:cs typeface="Verdana"/>
              </a:rPr>
              <a:t>p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2100" spc="-1177" baseline="3968" dirty="0">
                <a:solidFill>
                  <a:srgbClr val="FFFF00"/>
                </a:solidFill>
                <a:latin typeface="Verdana"/>
                <a:cs typeface="Verdana"/>
              </a:rPr>
              <a:t>K</a:t>
            </a:r>
            <a:r>
              <a:rPr sz="1400" spc="-204" dirty="0">
                <a:latin typeface="Verdana"/>
                <a:cs typeface="Verdana"/>
              </a:rPr>
              <a:t>K</a:t>
            </a:r>
            <a:r>
              <a:rPr sz="2100" spc="-480" baseline="3968" dirty="0">
                <a:solidFill>
                  <a:srgbClr val="FFFF00"/>
                </a:solidFill>
                <a:latin typeface="Verdana"/>
                <a:cs typeface="Verdana"/>
              </a:rPr>
              <a:t>.</a:t>
            </a:r>
            <a:r>
              <a:rPr sz="1400" spc="-5" dirty="0">
                <a:latin typeface="Verdana"/>
                <a:cs typeface="Verdana"/>
              </a:rPr>
              <a:t>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2100" spc="-1155" baseline="3968" dirty="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sz="1400" spc="-170" dirty="0">
                <a:latin typeface="Verdana"/>
                <a:cs typeface="Verdana"/>
              </a:rPr>
              <a:t>S</a:t>
            </a:r>
            <a:r>
              <a:rPr sz="2100" spc="-292" baseline="3968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1400" spc="-220" dirty="0">
                <a:latin typeface="Verdana"/>
                <a:cs typeface="Verdana"/>
              </a:rPr>
              <a:t>i</a:t>
            </a:r>
            <a:r>
              <a:rPr sz="2100" spc="-7" baseline="3968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2100" spc="-2385" baseline="3968" dirty="0">
                <a:solidFill>
                  <a:srgbClr val="FFFF00"/>
                </a:solidFill>
                <a:latin typeface="Verdana"/>
                <a:cs typeface="Verdana"/>
              </a:rPr>
              <a:t>h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spc="-195" dirty="0">
                <a:latin typeface="Verdana"/>
                <a:cs typeface="Verdana"/>
              </a:rPr>
              <a:t>h</a:t>
            </a:r>
            <a:r>
              <a:rPr sz="2100" spc="-982" baseline="3968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2100" spc="-1252" baseline="3968" dirty="0">
                <a:solidFill>
                  <a:srgbClr val="FFFF00"/>
                </a:solidFill>
                <a:latin typeface="Verdana"/>
                <a:cs typeface="Verdana"/>
              </a:rPr>
              <a:t>&amp;</a:t>
            </a:r>
            <a:r>
              <a:rPr sz="1400" spc="-15" dirty="0">
                <a:latin typeface="Verdana"/>
                <a:cs typeface="Verdana"/>
              </a:rPr>
              <a:t>&amp;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2100" spc="-989" baseline="3968" dirty="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sz="1400" spc="-204" dirty="0">
                <a:latin typeface="Verdana"/>
                <a:cs typeface="Verdana"/>
              </a:rPr>
              <a:t>P</a:t>
            </a:r>
            <a:r>
              <a:rPr sz="2100" spc="-622" baseline="3968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1400" spc="-175" dirty="0">
                <a:latin typeface="Verdana"/>
                <a:cs typeface="Verdana"/>
              </a:rPr>
              <a:t>r</a:t>
            </a:r>
            <a:r>
              <a:rPr sz="2100" spc="-292" baseline="3968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1400" spc="-220" dirty="0">
                <a:latin typeface="Verdana"/>
                <a:cs typeface="Verdana"/>
              </a:rPr>
              <a:t>i</a:t>
            </a:r>
            <a:r>
              <a:rPr sz="2100" spc="22" baseline="3968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2100" spc="-1162" baseline="3968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latin typeface="Verdana"/>
                <a:cs typeface="Verdana"/>
              </a:rPr>
              <a:t>t</a:t>
            </a:r>
            <a:r>
              <a:rPr sz="1400" spc="-5" dirty="0">
                <a:latin typeface="Verdana"/>
                <a:cs typeface="Verdana"/>
              </a:rPr>
              <a:t>i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2100" spc="-1155" baseline="3968" dirty="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sz="1400" spc="-170" dirty="0">
                <a:latin typeface="Verdana"/>
                <a:cs typeface="Verdana"/>
              </a:rPr>
              <a:t>S</a:t>
            </a:r>
            <a:r>
              <a:rPr sz="2100" spc="-292" baseline="3968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1400" spc="-220" dirty="0">
                <a:latin typeface="Verdana"/>
                <a:cs typeface="Verdana"/>
              </a:rPr>
              <a:t>i</a:t>
            </a:r>
            <a:r>
              <a:rPr sz="2100" spc="-7" baseline="3968" dirty="0">
                <a:solidFill>
                  <a:srgbClr val="FFFF00"/>
                </a:solidFill>
                <a:latin typeface="Verdana"/>
                <a:cs typeface="Verdana"/>
              </a:rPr>
              <a:t>nh</a:t>
            </a:r>
            <a:r>
              <a:rPr sz="2100" spc="-3645" baseline="3968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tabLst>
                <a:tab pos="3184525" algn="l"/>
                <a:tab pos="7747634" algn="l"/>
              </a:tabLst>
            </a:pPr>
            <a:r>
              <a:rPr sz="2100" spc="-30" baseline="3968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100" baseline="3968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-7" baseline="3968" dirty="0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sz="2100" spc="209" baseline="3968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100" spc="-15" baseline="3968" dirty="0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sz="2100" baseline="3968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100" baseline="1984" dirty="0">
                <a:solidFill>
                  <a:srgbClr val="FFFF00"/>
                </a:solidFill>
                <a:latin typeface="Verdana"/>
                <a:cs typeface="Verdana"/>
              </a:rPr>
              <a:t>C</a:t>
            </a:r>
            <a:r>
              <a:rPr sz="2100" spc="-7" baseline="1984" dirty="0">
                <a:solidFill>
                  <a:srgbClr val="FFFF00"/>
                </a:solidFill>
                <a:latin typeface="Verdana"/>
                <a:cs typeface="Verdana"/>
              </a:rPr>
              <a:t>h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ap</a:t>
            </a:r>
            <a:r>
              <a:rPr sz="2100" spc="-22" baseline="1984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2100" baseline="1984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100" spc="209" baseline="198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5:</a:t>
            </a:r>
            <a:r>
              <a:rPr sz="2100" spc="179" baseline="198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FFFF00"/>
                </a:solidFill>
                <a:latin typeface="Verdana"/>
                <a:cs typeface="Verdana"/>
              </a:rPr>
              <a:t>C</a:t>
            </a:r>
            <a:r>
              <a:rPr sz="2100" spc="0" baseline="1984" dirty="0">
                <a:solidFill>
                  <a:srgbClr val="FFFF00"/>
                </a:solidFill>
                <a:latin typeface="Verdana"/>
                <a:cs typeface="Verdana"/>
              </a:rPr>
              <a:t>o</a:t>
            </a:r>
            <a:r>
              <a:rPr sz="2100" spc="-37" baseline="1984" dirty="0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sz="2100" spc="-7" baseline="1984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2100" baseline="1984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100" spc="209" baseline="198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100" spc="-7" baseline="1984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sz="2100" spc="30" baseline="1984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100" spc="-44" baseline="1984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2100" spc="30" baseline="1984" dirty="0">
                <a:solidFill>
                  <a:srgbClr val="FFFF00"/>
                </a:solidFill>
                <a:latin typeface="Verdana"/>
                <a:cs typeface="Verdana"/>
              </a:rPr>
              <a:t>h</a:t>
            </a:r>
            <a:r>
              <a:rPr sz="2100" spc="-37" baseline="1984" dirty="0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sz="2100" baseline="1984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100" spc="22" baseline="1984" dirty="0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sz="2100" spc="-44" baseline="1984" dirty="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sz="2100" spc="-15" baseline="1984" dirty="0">
                <a:solidFill>
                  <a:srgbClr val="FFFF00"/>
                </a:solidFill>
                <a:latin typeface="Verdana"/>
                <a:cs typeface="Verdana"/>
              </a:rPr>
              <a:t>c</a:t>
            </a:r>
            <a:r>
              <a:rPr sz="2100" baseline="1984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1400" spc="-5" dirty="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lide</a:t>
            </a:r>
            <a:r>
              <a:rPr sz="1400" spc="1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FFFF00"/>
                </a:solidFill>
                <a:latin typeface="Verdana"/>
                <a:cs typeface="Verdana"/>
              </a:rPr>
              <a:t>1</a:t>
            </a:r>
            <a:r>
              <a:rPr sz="1400" spc="-20" dirty="0">
                <a:solidFill>
                  <a:srgbClr val="FFFF00"/>
                </a:solidFill>
                <a:latin typeface="Verdana"/>
                <a:cs typeface="Verdana"/>
              </a:rPr>
              <a:t>/</a:t>
            </a: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29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457200"/>
            <a:ext cx="9144000" cy="6830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797769"/>
            <a:ext cx="5662930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200" b="1" spc="-3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n </a:t>
            </a:r>
            <a:r>
              <a:rPr sz="2200" b="1" spc="-245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245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h</a:t>
            </a:r>
            <a:r>
              <a:rPr sz="2200" b="1" spc="13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200" b="1" spc="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40" dirty="0">
                <a:solidFill>
                  <a:srgbClr val="323232"/>
                </a:solidFill>
                <a:latin typeface="Arial"/>
                <a:cs typeface="Arial"/>
              </a:rPr>
              <a:t>c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ha</a:t>
            </a:r>
            <a:r>
              <a:rPr sz="2200" b="1" spc="18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200" b="1" spc="27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r </a:t>
            </a:r>
            <a:r>
              <a:rPr sz="2200" b="1" spc="-235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204" dirty="0">
                <a:solidFill>
                  <a:srgbClr val="323232"/>
                </a:solidFill>
                <a:latin typeface="Arial"/>
                <a:cs typeface="Arial"/>
              </a:rPr>
              <a:t>y</a:t>
            </a:r>
            <a:r>
              <a:rPr sz="22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u </a:t>
            </a:r>
            <a:r>
              <a:rPr sz="2200" b="1" spc="-27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w</a:t>
            </a:r>
            <a:r>
              <a:rPr sz="2200" b="1" spc="-17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130" dirty="0">
                <a:solidFill>
                  <a:srgbClr val="323232"/>
                </a:solidFill>
                <a:latin typeface="Arial"/>
                <a:cs typeface="Arial"/>
              </a:rPr>
              <a:t>il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200" b="1" spc="26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13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ea</a:t>
            </a:r>
            <a:r>
              <a:rPr sz="2200" b="1" spc="245" dirty="0">
                <a:solidFill>
                  <a:srgbClr val="323232"/>
                </a:solidFill>
                <a:latin typeface="Arial"/>
                <a:cs typeface="Arial"/>
              </a:rPr>
              <a:t>r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n </a:t>
            </a:r>
            <a:r>
              <a:rPr sz="2200" b="1" spc="-245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200" b="1" spc="180" dirty="0">
                <a:solidFill>
                  <a:srgbClr val="323232"/>
                </a:solidFill>
                <a:latin typeface="Arial"/>
                <a:cs typeface="Arial"/>
              </a:rPr>
              <a:t>b</a:t>
            </a:r>
            <a:r>
              <a:rPr sz="2200" b="1" spc="16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200" b="1" spc="23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200" b="1" spc="27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200" b="1" dirty="0">
                <a:solidFill>
                  <a:srgbClr val="323232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49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2029" y="2573033"/>
            <a:ext cx="1469390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1630" marR="5080" indent="-329565">
              <a:lnSpc>
                <a:spcPct val="100000"/>
              </a:lnSpc>
              <a:tabLst>
                <a:tab pos="341630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7154" y="2573033"/>
            <a:ext cx="133096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1190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0448" y="2573033"/>
            <a:ext cx="82423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4260" y="2573033"/>
            <a:ext cx="95123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8721" y="2573033"/>
            <a:ext cx="151511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0700" algn="l"/>
              </a:tabLst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2029" y="3304554"/>
            <a:ext cx="6687184" cy="2002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1630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ers</a:t>
            </a:r>
            <a:endParaRPr sz="2000">
              <a:latin typeface="Verdana"/>
              <a:cs typeface="Verdana"/>
            </a:endParaRPr>
          </a:p>
          <a:p>
            <a:pPr marL="457200">
              <a:lnSpc>
                <a:spcPct val="100000"/>
              </a:lnSpc>
              <a:spcBef>
                <a:spcPts val="985"/>
              </a:spcBef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z="2000" spc="-6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+)</a:t>
            </a:r>
            <a:endParaRPr sz="2000">
              <a:latin typeface="Verdana"/>
              <a:cs typeface="Verdana"/>
            </a:endParaRPr>
          </a:p>
          <a:p>
            <a:pPr marL="457200">
              <a:lnSpc>
                <a:spcPct val="100000"/>
              </a:lnSpc>
              <a:spcBef>
                <a:spcPts val="960"/>
              </a:spcBef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z="2000" spc="-6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(-)</a:t>
            </a:r>
            <a:endParaRPr sz="2000">
              <a:latin typeface="Verdana"/>
              <a:cs typeface="Verdana"/>
            </a:endParaRPr>
          </a:p>
          <a:p>
            <a:pPr marL="457200">
              <a:lnSpc>
                <a:spcPct val="100000"/>
              </a:lnSpc>
              <a:spcBef>
                <a:spcPts val="960"/>
              </a:spcBef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z="2000" spc="-6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(*)</a:t>
            </a:r>
            <a:endParaRPr sz="2000">
              <a:latin typeface="Verdana"/>
              <a:cs typeface="Verdana"/>
            </a:endParaRPr>
          </a:p>
          <a:p>
            <a:pPr marL="457200">
              <a:lnSpc>
                <a:spcPct val="100000"/>
              </a:lnSpc>
              <a:spcBef>
                <a:spcPts val="960"/>
              </a:spcBef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z="2000" spc="-6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(/)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852" y="793512"/>
            <a:ext cx="455549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55190" algn="l"/>
              </a:tabLst>
            </a:pPr>
            <a:r>
              <a:rPr sz="3200" b="1" spc="6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3200" b="1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9861" y="1792744"/>
            <a:ext cx="3855720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0045" marR="5080" indent="-347980">
              <a:lnSpc>
                <a:spcPct val="100000"/>
              </a:lnSpc>
              <a:tabLst>
                <a:tab pos="360045" algn="l"/>
                <a:tab pos="2038985" algn="l"/>
                <a:tab pos="2423160" algn="l"/>
                <a:tab pos="361124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3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49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9699" y="1792744"/>
            <a:ext cx="156527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4170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6046" y="1792744"/>
            <a:ext cx="1856739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9745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/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9861" y="2524265"/>
            <a:ext cx="7591425" cy="3692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0045" marR="13970" indent="-347980">
              <a:lnSpc>
                <a:spcPct val="100000"/>
              </a:lnSpc>
              <a:tabLst>
                <a:tab pos="360045" algn="l"/>
                <a:tab pos="1789430" algn="l"/>
                <a:tab pos="3530600" algn="l"/>
                <a:tab pos="4694555" algn="l"/>
                <a:tab pos="5121275" algn="l"/>
                <a:tab pos="6111875" algn="l"/>
                <a:tab pos="7011034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in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–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(1)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of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(0)</a:t>
            </a:r>
            <a:endParaRPr sz="2000">
              <a:latin typeface="Verdana"/>
              <a:cs typeface="Verdana"/>
            </a:endParaRPr>
          </a:p>
          <a:p>
            <a:pPr marL="360045" marR="10795" indent="-347980">
              <a:lnSpc>
                <a:spcPct val="100000"/>
              </a:lnSpc>
              <a:spcBef>
                <a:spcPts val="960"/>
              </a:spcBef>
              <a:tabLst>
                <a:tab pos="360045" algn="l"/>
                <a:tab pos="1316990" algn="l"/>
                <a:tab pos="2440940" algn="l"/>
                <a:tab pos="3493135" algn="l"/>
                <a:tab pos="4077970" algn="l"/>
                <a:tab pos="4752340" algn="l"/>
                <a:tab pos="5349240" algn="l"/>
                <a:tab pos="6177915" algn="l"/>
                <a:tab pos="6593205" algn="l"/>
                <a:tab pos="720280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1),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oss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endParaRPr sz="2000">
              <a:latin typeface="Verdana"/>
              <a:cs typeface="Verdana"/>
            </a:endParaRPr>
          </a:p>
          <a:p>
            <a:pPr marL="360045" marR="5080" indent="-347980">
              <a:lnSpc>
                <a:spcPct val="100000"/>
              </a:lnSpc>
              <a:spcBef>
                <a:spcPts val="960"/>
              </a:spcBef>
              <a:tabLst>
                <a:tab pos="36004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rcu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ave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ng:</a:t>
            </a:r>
            <a:endParaRPr sz="2000">
              <a:latin typeface="Verdana"/>
              <a:cs typeface="Verdana"/>
            </a:endParaRPr>
          </a:p>
          <a:p>
            <a:pPr marL="591820">
              <a:lnSpc>
                <a:spcPct val="100000"/>
              </a:lnSpc>
              <a:tabLst>
                <a:tab pos="1036319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rcu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gn</a:t>
            </a:r>
            <a:endParaRPr sz="2000">
              <a:latin typeface="Verdana"/>
              <a:cs typeface="Verdana"/>
            </a:endParaRPr>
          </a:p>
          <a:p>
            <a:pPr marL="591820">
              <a:lnSpc>
                <a:spcPct val="100000"/>
              </a:lnSpc>
              <a:tabLst>
                <a:tab pos="1036319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ve</a:t>
            </a:r>
            <a:endParaRPr sz="2000">
              <a:latin typeface="Verdana"/>
              <a:cs typeface="Verdana"/>
            </a:endParaRPr>
          </a:p>
          <a:p>
            <a:pPr marL="591820">
              <a:lnSpc>
                <a:spcPct val="100000"/>
              </a:lnSpc>
              <a:tabLst>
                <a:tab pos="1036319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rc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uits</a:t>
            </a:r>
            <a:endParaRPr sz="2000">
              <a:latin typeface="Verdana"/>
              <a:cs typeface="Verdana"/>
            </a:endParaRPr>
          </a:p>
          <a:p>
            <a:pPr marL="360045" marR="10795" indent="-347980">
              <a:lnSpc>
                <a:spcPct val="100000"/>
              </a:lnSpc>
              <a:spcBef>
                <a:spcPts val="960"/>
              </a:spcBef>
              <a:tabLst>
                <a:tab pos="360045" algn="l"/>
                <a:tab pos="2060575" algn="l"/>
                <a:tab pos="4431665" algn="l"/>
                <a:tab pos="5847715" algn="l"/>
                <a:tab pos="677100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/p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oss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852" y="793512"/>
            <a:ext cx="459740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2783205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10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70120" y="3026664"/>
            <a:ext cx="0" cy="73660"/>
          </a:xfrm>
          <a:custGeom>
            <a:avLst/>
            <a:gdLst/>
            <a:ahLst/>
            <a:cxnLst/>
            <a:rect l="l" t="t" r="r" b="b"/>
            <a:pathLst>
              <a:path h="73660">
                <a:moveTo>
                  <a:pt x="0" y="73151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79340" y="3093720"/>
            <a:ext cx="762634" cy="649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30695" y="5638800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>
                <a:moveTo>
                  <a:pt x="0" y="0"/>
                </a:moveTo>
                <a:lnTo>
                  <a:pt x="85039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87311" y="3605784"/>
            <a:ext cx="137160" cy="33655"/>
          </a:xfrm>
          <a:custGeom>
            <a:avLst/>
            <a:gdLst/>
            <a:ahLst/>
            <a:cxnLst/>
            <a:rect l="l" t="t" r="r" b="b"/>
            <a:pathLst>
              <a:path w="137159" h="33654">
                <a:moveTo>
                  <a:pt x="36575" y="21335"/>
                </a:moveTo>
                <a:lnTo>
                  <a:pt x="0" y="21335"/>
                </a:lnTo>
                <a:lnTo>
                  <a:pt x="0" y="33527"/>
                </a:lnTo>
                <a:lnTo>
                  <a:pt x="3047" y="33527"/>
                </a:lnTo>
                <a:lnTo>
                  <a:pt x="15239" y="27431"/>
                </a:lnTo>
                <a:lnTo>
                  <a:pt x="18287" y="27431"/>
                </a:lnTo>
                <a:lnTo>
                  <a:pt x="36575" y="21335"/>
                </a:lnTo>
                <a:close/>
              </a:path>
              <a:path w="137159" h="33654">
                <a:moveTo>
                  <a:pt x="73151" y="12191"/>
                </a:moveTo>
                <a:lnTo>
                  <a:pt x="15239" y="12191"/>
                </a:lnTo>
                <a:lnTo>
                  <a:pt x="3047" y="21335"/>
                </a:lnTo>
                <a:lnTo>
                  <a:pt x="67055" y="21335"/>
                </a:lnTo>
                <a:lnTo>
                  <a:pt x="73151" y="12191"/>
                </a:lnTo>
                <a:close/>
              </a:path>
              <a:path w="137159" h="33654">
                <a:moveTo>
                  <a:pt x="137159" y="0"/>
                </a:moveTo>
                <a:lnTo>
                  <a:pt x="109727" y="0"/>
                </a:lnTo>
                <a:lnTo>
                  <a:pt x="88391" y="6095"/>
                </a:lnTo>
                <a:lnTo>
                  <a:pt x="54863" y="6095"/>
                </a:lnTo>
                <a:lnTo>
                  <a:pt x="30479" y="12191"/>
                </a:lnTo>
                <a:lnTo>
                  <a:pt x="124967" y="12191"/>
                </a:lnTo>
                <a:lnTo>
                  <a:pt x="137159" y="6095"/>
                </a:lnTo>
                <a:lnTo>
                  <a:pt x="137159" y="0"/>
                </a:lnTo>
                <a:close/>
              </a:path>
            </a:pathLst>
          </a:custGeom>
          <a:solidFill>
            <a:srgbClr val="98AC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87311" y="3627120"/>
            <a:ext cx="137160" cy="30480"/>
          </a:xfrm>
          <a:custGeom>
            <a:avLst/>
            <a:gdLst/>
            <a:ahLst/>
            <a:cxnLst/>
            <a:rect l="l" t="t" r="r" b="b"/>
            <a:pathLst>
              <a:path w="137159" h="30479">
                <a:moveTo>
                  <a:pt x="36575" y="24383"/>
                </a:moveTo>
                <a:lnTo>
                  <a:pt x="0" y="24383"/>
                </a:lnTo>
                <a:lnTo>
                  <a:pt x="0" y="30479"/>
                </a:lnTo>
                <a:lnTo>
                  <a:pt x="18287" y="30479"/>
                </a:lnTo>
                <a:lnTo>
                  <a:pt x="36575" y="24383"/>
                </a:lnTo>
                <a:close/>
              </a:path>
              <a:path w="137159" h="30479">
                <a:moveTo>
                  <a:pt x="121919" y="12191"/>
                </a:moveTo>
                <a:lnTo>
                  <a:pt x="30479" y="12191"/>
                </a:lnTo>
                <a:lnTo>
                  <a:pt x="15239" y="18287"/>
                </a:lnTo>
                <a:lnTo>
                  <a:pt x="3047" y="24383"/>
                </a:lnTo>
                <a:lnTo>
                  <a:pt x="51815" y="24383"/>
                </a:lnTo>
                <a:lnTo>
                  <a:pt x="67055" y="18287"/>
                </a:lnTo>
                <a:lnTo>
                  <a:pt x="100583" y="18287"/>
                </a:lnTo>
                <a:lnTo>
                  <a:pt x="121919" y="12191"/>
                </a:lnTo>
                <a:close/>
              </a:path>
              <a:path w="137159" h="30479">
                <a:moveTo>
                  <a:pt x="131063" y="0"/>
                </a:moveTo>
                <a:lnTo>
                  <a:pt x="121919" y="6095"/>
                </a:lnTo>
                <a:lnTo>
                  <a:pt x="73151" y="6095"/>
                </a:lnTo>
                <a:lnTo>
                  <a:pt x="54863" y="12191"/>
                </a:lnTo>
                <a:lnTo>
                  <a:pt x="137159" y="12191"/>
                </a:lnTo>
                <a:lnTo>
                  <a:pt x="137159" y="6095"/>
                </a:lnTo>
                <a:lnTo>
                  <a:pt x="131063" y="0"/>
                </a:lnTo>
                <a:close/>
              </a:path>
            </a:pathLst>
          </a:custGeom>
          <a:solidFill>
            <a:srgbClr val="98AC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87311" y="3651504"/>
            <a:ext cx="137160" cy="36830"/>
          </a:xfrm>
          <a:custGeom>
            <a:avLst/>
            <a:gdLst/>
            <a:ahLst/>
            <a:cxnLst/>
            <a:rect l="l" t="t" r="r" b="b"/>
            <a:pathLst>
              <a:path w="137159" h="36829">
                <a:moveTo>
                  <a:pt x="36575" y="21335"/>
                </a:moveTo>
                <a:lnTo>
                  <a:pt x="0" y="21335"/>
                </a:lnTo>
                <a:lnTo>
                  <a:pt x="0" y="36575"/>
                </a:lnTo>
                <a:lnTo>
                  <a:pt x="15239" y="36575"/>
                </a:lnTo>
                <a:lnTo>
                  <a:pt x="18287" y="27431"/>
                </a:lnTo>
                <a:lnTo>
                  <a:pt x="36575" y="21335"/>
                </a:lnTo>
                <a:close/>
              </a:path>
              <a:path w="137159" h="36829">
                <a:moveTo>
                  <a:pt x="82295" y="15239"/>
                </a:moveTo>
                <a:lnTo>
                  <a:pt x="15239" y="15239"/>
                </a:lnTo>
                <a:lnTo>
                  <a:pt x="3047" y="21335"/>
                </a:lnTo>
                <a:lnTo>
                  <a:pt x="73151" y="21335"/>
                </a:lnTo>
                <a:lnTo>
                  <a:pt x="82295" y="15239"/>
                </a:lnTo>
                <a:close/>
              </a:path>
              <a:path w="137159" h="36829">
                <a:moveTo>
                  <a:pt x="124967" y="6095"/>
                </a:moveTo>
                <a:lnTo>
                  <a:pt x="45719" y="6095"/>
                </a:lnTo>
                <a:lnTo>
                  <a:pt x="30479" y="15239"/>
                </a:lnTo>
                <a:lnTo>
                  <a:pt x="121919" y="15239"/>
                </a:lnTo>
                <a:lnTo>
                  <a:pt x="124967" y="6095"/>
                </a:lnTo>
                <a:close/>
              </a:path>
              <a:path w="137159" h="36829">
                <a:moveTo>
                  <a:pt x="137159" y="0"/>
                </a:moveTo>
                <a:lnTo>
                  <a:pt x="88391" y="0"/>
                </a:lnTo>
                <a:lnTo>
                  <a:pt x="73151" y="6095"/>
                </a:lnTo>
                <a:lnTo>
                  <a:pt x="137159" y="6095"/>
                </a:lnTo>
                <a:lnTo>
                  <a:pt x="137159" y="0"/>
                </a:lnTo>
                <a:close/>
              </a:path>
            </a:pathLst>
          </a:custGeom>
          <a:solidFill>
            <a:srgbClr val="98AC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87311" y="3672840"/>
            <a:ext cx="137160" cy="33655"/>
          </a:xfrm>
          <a:custGeom>
            <a:avLst/>
            <a:gdLst/>
            <a:ahLst/>
            <a:cxnLst/>
            <a:rect l="l" t="t" r="r" b="b"/>
            <a:pathLst>
              <a:path w="137159" h="33654">
                <a:moveTo>
                  <a:pt x="51815" y="21335"/>
                </a:moveTo>
                <a:lnTo>
                  <a:pt x="0" y="21335"/>
                </a:lnTo>
                <a:lnTo>
                  <a:pt x="0" y="33527"/>
                </a:lnTo>
                <a:lnTo>
                  <a:pt x="15239" y="33527"/>
                </a:lnTo>
                <a:lnTo>
                  <a:pt x="18287" y="27431"/>
                </a:lnTo>
                <a:lnTo>
                  <a:pt x="36575" y="27431"/>
                </a:lnTo>
                <a:lnTo>
                  <a:pt x="51815" y="21335"/>
                </a:lnTo>
                <a:close/>
              </a:path>
              <a:path w="137159" h="33654">
                <a:moveTo>
                  <a:pt x="131063" y="0"/>
                </a:moveTo>
                <a:lnTo>
                  <a:pt x="109727" y="0"/>
                </a:lnTo>
                <a:lnTo>
                  <a:pt x="88391" y="6095"/>
                </a:lnTo>
                <a:lnTo>
                  <a:pt x="54863" y="6095"/>
                </a:lnTo>
                <a:lnTo>
                  <a:pt x="30479" y="15239"/>
                </a:lnTo>
                <a:lnTo>
                  <a:pt x="15239" y="21335"/>
                </a:lnTo>
                <a:lnTo>
                  <a:pt x="82295" y="21335"/>
                </a:lnTo>
                <a:lnTo>
                  <a:pt x="100583" y="15239"/>
                </a:lnTo>
                <a:lnTo>
                  <a:pt x="137159" y="15239"/>
                </a:lnTo>
                <a:lnTo>
                  <a:pt x="137159" y="6095"/>
                </a:lnTo>
                <a:lnTo>
                  <a:pt x="131063" y="0"/>
                </a:lnTo>
                <a:close/>
              </a:path>
            </a:pathLst>
          </a:custGeom>
          <a:solidFill>
            <a:srgbClr val="98AC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6935" y="3694176"/>
            <a:ext cx="97790" cy="21590"/>
          </a:xfrm>
          <a:custGeom>
            <a:avLst/>
            <a:gdLst/>
            <a:ahLst/>
            <a:cxnLst/>
            <a:rect l="l" t="t" r="r" b="b"/>
            <a:pathLst>
              <a:path w="97790" h="21589">
                <a:moveTo>
                  <a:pt x="27431" y="12191"/>
                </a:moveTo>
                <a:lnTo>
                  <a:pt x="0" y="12191"/>
                </a:lnTo>
                <a:lnTo>
                  <a:pt x="0" y="21335"/>
                </a:lnTo>
                <a:lnTo>
                  <a:pt x="15239" y="21335"/>
                </a:lnTo>
                <a:lnTo>
                  <a:pt x="27431" y="12191"/>
                </a:lnTo>
                <a:close/>
              </a:path>
              <a:path w="97790" h="21589">
                <a:moveTo>
                  <a:pt x="97535" y="0"/>
                </a:moveTo>
                <a:lnTo>
                  <a:pt x="70103" y="0"/>
                </a:lnTo>
                <a:lnTo>
                  <a:pt x="48767" y="6095"/>
                </a:lnTo>
                <a:lnTo>
                  <a:pt x="12191" y="6095"/>
                </a:lnTo>
                <a:lnTo>
                  <a:pt x="6095" y="12191"/>
                </a:lnTo>
                <a:lnTo>
                  <a:pt x="97535" y="12191"/>
                </a:lnTo>
                <a:lnTo>
                  <a:pt x="97535" y="0"/>
                </a:lnTo>
                <a:close/>
              </a:path>
            </a:pathLst>
          </a:custGeom>
          <a:solidFill>
            <a:srgbClr val="98AC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87311" y="3727704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159" y="0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23888" y="3727704"/>
            <a:ext cx="70485" cy="15240"/>
          </a:xfrm>
          <a:custGeom>
            <a:avLst/>
            <a:gdLst/>
            <a:ahLst/>
            <a:cxnLst/>
            <a:rect l="l" t="t" r="r" b="b"/>
            <a:pathLst>
              <a:path w="70484" h="15239">
                <a:moveTo>
                  <a:pt x="64007" y="6095"/>
                </a:moveTo>
                <a:lnTo>
                  <a:pt x="9143" y="6095"/>
                </a:lnTo>
                <a:lnTo>
                  <a:pt x="18287" y="15239"/>
                </a:lnTo>
                <a:lnTo>
                  <a:pt x="45719" y="15239"/>
                </a:lnTo>
                <a:lnTo>
                  <a:pt x="64007" y="6095"/>
                </a:lnTo>
                <a:close/>
              </a:path>
              <a:path w="70484" h="15239">
                <a:moveTo>
                  <a:pt x="70103" y="0"/>
                </a:moveTo>
                <a:lnTo>
                  <a:pt x="0" y="0"/>
                </a:lnTo>
                <a:lnTo>
                  <a:pt x="0" y="6095"/>
                </a:lnTo>
                <a:lnTo>
                  <a:pt x="70103" y="6095"/>
                </a:lnTo>
                <a:lnTo>
                  <a:pt x="701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22719" y="3166872"/>
            <a:ext cx="448309" cy="424180"/>
          </a:xfrm>
          <a:custGeom>
            <a:avLst/>
            <a:gdLst/>
            <a:ahLst/>
            <a:cxnLst/>
            <a:rect l="l" t="t" r="r" b="b"/>
            <a:pathLst>
              <a:path w="448309" h="424179">
                <a:moveTo>
                  <a:pt x="280415" y="417575"/>
                </a:moveTo>
                <a:lnTo>
                  <a:pt x="173735" y="417575"/>
                </a:lnTo>
                <a:lnTo>
                  <a:pt x="179831" y="423671"/>
                </a:lnTo>
                <a:lnTo>
                  <a:pt x="271271" y="423671"/>
                </a:lnTo>
                <a:lnTo>
                  <a:pt x="280415" y="417575"/>
                </a:lnTo>
                <a:close/>
              </a:path>
              <a:path w="448309" h="424179">
                <a:moveTo>
                  <a:pt x="350519" y="313943"/>
                </a:moveTo>
                <a:lnTo>
                  <a:pt x="103631" y="313943"/>
                </a:lnTo>
                <a:lnTo>
                  <a:pt x="109727" y="323087"/>
                </a:lnTo>
                <a:lnTo>
                  <a:pt x="124967" y="335279"/>
                </a:lnTo>
                <a:lnTo>
                  <a:pt x="137159" y="350519"/>
                </a:lnTo>
                <a:lnTo>
                  <a:pt x="140207" y="356615"/>
                </a:lnTo>
                <a:lnTo>
                  <a:pt x="149351" y="362711"/>
                </a:lnTo>
                <a:lnTo>
                  <a:pt x="149351" y="368807"/>
                </a:lnTo>
                <a:lnTo>
                  <a:pt x="152399" y="374903"/>
                </a:lnTo>
                <a:lnTo>
                  <a:pt x="152399" y="390143"/>
                </a:lnTo>
                <a:lnTo>
                  <a:pt x="158495" y="396239"/>
                </a:lnTo>
                <a:lnTo>
                  <a:pt x="158495" y="411479"/>
                </a:lnTo>
                <a:lnTo>
                  <a:pt x="164591" y="417575"/>
                </a:lnTo>
                <a:lnTo>
                  <a:pt x="289559" y="417575"/>
                </a:lnTo>
                <a:lnTo>
                  <a:pt x="295655" y="411479"/>
                </a:lnTo>
                <a:lnTo>
                  <a:pt x="295655" y="402335"/>
                </a:lnTo>
                <a:lnTo>
                  <a:pt x="301751" y="396239"/>
                </a:lnTo>
                <a:lnTo>
                  <a:pt x="301751" y="374903"/>
                </a:lnTo>
                <a:lnTo>
                  <a:pt x="307847" y="368807"/>
                </a:lnTo>
                <a:lnTo>
                  <a:pt x="307847" y="362711"/>
                </a:lnTo>
                <a:lnTo>
                  <a:pt x="310895" y="356615"/>
                </a:lnTo>
                <a:lnTo>
                  <a:pt x="332231" y="335279"/>
                </a:lnTo>
                <a:lnTo>
                  <a:pt x="350519" y="323087"/>
                </a:lnTo>
                <a:lnTo>
                  <a:pt x="350519" y="313943"/>
                </a:lnTo>
                <a:close/>
              </a:path>
              <a:path w="448309" h="424179">
                <a:moveTo>
                  <a:pt x="274319" y="0"/>
                </a:moveTo>
                <a:lnTo>
                  <a:pt x="173735" y="0"/>
                </a:lnTo>
                <a:lnTo>
                  <a:pt x="158495" y="9143"/>
                </a:lnTo>
                <a:lnTo>
                  <a:pt x="140207" y="9143"/>
                </a:lnTo>
                <a:lnTo>
                  <a:pt x="103631" y="21335"/>
                </a:lnTo>
                <a:lnTo>
                  <a:pt x="85343" y="33527"/>
                </a:lnTo>
                <a:lnTo>
                  <a:pt x="60959" y="48767"/>
                </a:lnTo>
                <a:lnTo>
                  <a:pt x="45719" y="60959"/>
                </a:lnTo>
                <a:lnTo>
                  <a:pt x="36575" y="76199"/>
                </a:lnTo>
                <a:lnTo>
                  <a:pt x="24383" y="88391"/>
                </a:lnTo>
                <a:lnTo>
                  <a:pt x="15239" y="103631"/>
                </a:lnTo>
                <a:lnTo>
                  <a:pt x="9143" y="118871"/>
                </a:lnTo>
                <a:lnTo>
                  <a:pt x="6095" y="131063"/>
                </a:lnTo>
                <a:lnTo>
                  <a:pt x="6095" y="137159"/>
                </a:lnTo>
                <a:lnTo>
                  <a:pt x="0" y="152399"/>
                </a:lnTo>
                <a:lnTo>
                  <a:pt x="0" y="164591"/>
                </a:lnTo>
                <a:lnTo>
                  <a:pt x="6095" y="170687"/>
                </a:lnTo>
                <a:lnTo>
                  <a:pt x="6095" y="185927"/>
                </a:lnTo>
                <a:lnTo>
                  <a:pt x="9143" y="192023"/>
                </a:lnTo>
                <a:lnTo>
                  <a:pt x="9143" y="198119"/>
                </a:lnTo>
                <a:lnTo>
                  <a:pt x="15239" y="207263"/>
                </a:lnTo>
                <a:lnTo>
                  <a:pt x="15239" y="213359"/>
                </a:lnTo>
                <a:lnTo>
                  <a:pt x="21335" y="219455"/>
                </a:lnTo>
                <a:lnTo>
                  <a:pt x="24383" y="225551"/>
                </a:lnTo>
                <a:lnTo>
                  <a:pt x="36575" y="240791"/>
                </a:lnTo>
                <a:lnTo>
                  <a:pt x="45719" y="252983"/>
                </a:lnTo>
                <a:lnTo>
                  <a:pt x="57911" y="274319"/>
                </a:lnTo>
                <a:lnTo>
                  <a:pt x="73151" y="286511"/>
                </a:lnTo>
                <a:lnTo>
                  <a:pt x="100583" y="313943"/>
                </a:lnTo>
                <a:lnTo>
                  <a:pt x="353567" y="313943"/>
                </a:lnTo>
                <a:lnTo>
                  <a:pt x="380999" y="286511"/>
                </a:lnTo>
                <a:lnTo>
                  <a:pt x="396239" y="274319"/>
                </a:lnTo>
                <a:lnTo>
                  <a:pt x="405383" y="252983"/>
                </a:lnTo>
                <a:lnTo>
                  <a:pt x="417575" y="240791"/>
                </a:lnTo>
                <a:lnTo>
                  <a:pt x="429767" y="225551"/>
                </a:lnTo>
                <a:lnTo>
                  <a:pt x="432815" y="219455"/>
                </a:lnTo>
                <a:lnTo>
                  <a:pt x="438911" y="213359"/>
                </a:lnTo>
                <a:lnTo>
                  <a:pt x="438911" y="207263"/>
                </a:lnTo>
                <a:lnTo>
                  <a:pt x="445007" y="198119"/>
                </a:lnTo>
                <a:lnTo>
                  <a:pt x="445007" y="192023"/>
                </a:lnTo>
                <a:lnTo>
                  <a:pt x="448055" y="185927"/>
                </a:lnTo>
                <a:lnTo>
                  <a:pt x="448055" y="131063"/>
                </a:lnTo>
                <a:lnTo>
                  <a:pt x="445007" y="118871"/>
                </a:lnTo>
                <a:lnTo>
                  <a:pt x="438911" y="103631"/>
                </a:lnTo>
                <a:lnTo>
                  <a:pt x="429767" y="88391"/>
                </a:lnTo>
                <a:lnTo>
                  <a:pt x="402335" y="60959"/>
                </a:lnTo>
                <a:lnTo>
                  <a:pt x="380999" y="48767"/>
                </a:lnTo>
                <a:lnTo>
                  <a:pt x="365759" y="33527"/>
                </a:lnTo>
                <a:lnTo>
                  <a:pt x="344423" y="27431"/>
                </a:lnTo>
                <a:lnTo>
                  <a:pt x="326135" y="21335"/>
                </a:lnTo>
                <a:lnTo>
                  <a:pt x="295655" y="9143"/>
                </a:lnTo>
                <a:lnTo>
                  <a:pt x="274319" y="0"/>
                </a:lnTo>
                <a:close/>
              </a:path>
            </a:pathLst>
          </a:custGeom>
          <a:solidFill>
            <a:srgbClr val="FFFF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53200" y="3188208"/>
            <a:ext cx="387350" cy="363220"/>
          </a:xfrm>
          <a:custGeom>
            <a:avLst/>
            <a:gdLst/>
            <a:ahLst/>
            <a:cxnLst/>
            <a:rect l="l" t="t" r="r" b="b"/>
            <a:pathLst>
              <a:path w="387350" h="363220">
                <a:moveTo>
                  <a:pt x="240791" y="362711"/>
                </a:moveTo>
                <a:lnTo>
                  <a:pt x="149351" y="362711"/>
                </a:lnTo>
                <a:lnTo>
                  <a:pt x="143255" y="353567"/>
                </a:lnTo>
                <a:lnTo>
                  <a:pt x="137159" y="347471"/>
                </a:lnTo>
                <a:lnTo>
                  <a:pt x="134111" y="341375"/>
                </a:lnTo>
                <a:lnTo>
                  <a:pt x="134111" y="329183"/>
                </a:lnTo>
                <a:lnTo>
                  <a:pt x="128015" y="323087"/>
                </a:lnTo>
                <a:lnTo>
                  <a:pt x="128015" y="307847"/>
                </a:lnTo>
                <a:lnTo>
                  <a:pt x="121919" y="301751"/>
                </a:lnTo>
                <a:lnTo>
                  <a:pt x="118871" y="301751"/>
                </a:lnTo>
                <a:lnTo>
                  <a:pt x="109727" y="292607"/>
                </a:lnTo>
                <a:lnTo>
                  <a:pt x="106679" y="286511"/>
                </a:lnTo>
                <a:lnTo>
                  <a:pt x="91439" y="271271"/>
                </a:lnTo>
                <a:lnTo>
                  <a:pt x="85343" y="265175"/>
                </a:lnTo>
                <a:lnTo>
                  <a:pt x="73151" y="259079"/>
                </a:lnTo>
                <a:lnTo>
                  <a:pt x="64007" y="246887"/>
                </a:lnTo>
                <a:lnTo>
                  <a:pt x="48767" y="231647"/>
                </a:lnTo>
                <a:lnTo>
                  <a:pt x="36575" y="219455"/>
                </a:lnTo>
                <a:lnTo>
                  <a:pt x="27431" y="204215"/>
                </a:lnTo>
                <a:lnTo>
                  <a:pt x="21335" y="192023"/>
                </a:lnTo>
                <a:lnTo>
                  <a:pt x="15239" y="192023"/>
                </a:lnTo>
                <a:lnTo>
                  <a:pt x="15239" y="185927"/>
                </a:lnTo>
                <a:lnTo>
                  <a:pt x="12191" y="176783"/>
                </a:lnTo>
                <a:lnTo>
                  <a:pt x="12191" y="170687"/>
                </a:lnTo>
                <a:lnTo>
                  <a:pt x="6095" y="164591"/>
                </a:lnTo>
                <a:lnTo>
                  <a:pt x="6095" y="155447"/>
                </a:lnTo>
                <a:lnTo>
                  <a:pt x="0" y="149351"/>
                </a:lnTo>
                <a:lnTo>
                  <a:pt x="0" y="109727"/>
                </a:lnTo>
                <a:lnTo>
                  <a:pt x="6095" y="97535"/>
                </a:lnTo>
                <a:lnTo>
                  <a:pt x="12191" y="88391"/>
                </a:lnTo>
                <a:lnTo>
                  <a:pt x="15239" y="76199"/>
                </a:lnTo>
                <a:lnTo>
                  <a:pt x="27431" y="60959"/>
                </a:lnTo>
                <a:lnTo>
                  <a:pt x="42671" y="54863"/>
                </a:lnTo>
                <a:lnTo>
                  <a:pt x="54863" y="39623"/>
                </a:lnTo>
                <a:lnTo>
                  <a:pt x="73151" y="27431"/>
                </a:lnTo>
                <a:lnTo>
                  <a:pt x="91439" y="21335"/>
                </a:lnTo>
                <a:lnTo>
                  <a:pt x="106679" y="12191"/>
                </a:lnTo>
                <a:lnTo>
                  <a:pt x="121919" y="6095"/>
                </a:lnTo>
                <a:lnTo>
                  <a:pt x="134111" y="6095"/>
                </a:lnTo>
                <a:lnTo>
                  <a:pt x="149351" y="0"/>
                </a:lnTo>
                <a:lnTo>
                  <a:pt x="240791" y="0"/>
                </a:lnTo>
                <a:lnTo>
                  <a:pt x="249935" y="6095"/>
                </a:lnTo>
                <a:lnTo>
                  <a:pt x="265175" y="12191"/>
                </a:lnTo>
                <a:lnTo>
                  <a:pt x="280415" y="12191"/>
                </a:lnTo>
                <a:lnTo>
                  <a:pt x="295655" y="21335"/>
                </a:lnTo>
                <a:lnTo>
                  <a:pt x="307847" y="27431"/>
                </a:lnTo>
                <a:lnTo>
                  <a:pt x="329183" y="39623"/>
                </a:lnTo>
                <a:lnTo>
                  <a:pt x="344423" y="54863"/>
                </a:lnTo>
                <a:lnTo>
                  <a:pt x="356615" y="60959"/>
                </a:lnTo>
                <a:lnTo>
                  <a:pt x="365759" y="76199"/>
                </a:lnTo>
                <a:lnTo>
                  <a:pt x="374903" y="88391"/>
                </a:lnTo>
                <a:lnTo>
                  <a:pt x="380999" y="97535"/>
                </a:lnTo>
                <a:lnTo>
                  <a:pt x="380999" y="109727"/>
                </a:lnTo>
                <a:lnTo>
                  <a:pt x="387095" y="121919"/>
                </a:lnTo>
                <a:lnTo>
                  <a:pt x="387095" y="155447"/>
                </a:lnTo>
                <a:lnTo>
                  <a:pt x="380999" y="164591"/>
                </a:lnTo>
                <a:lnTo>
                  <a:pt x="380999" y="170687"/>
                </a:lnTo>
                <a:lnTo>
                  <a:pt x="374903" y="176783"/>
                </a:lnTo>
                <a:lnTo>
                  <a:pt x="374903" y="185927"/>
                </a:lnTo>
                <a:lnTo>
                  <a:pt x="371855" y="192023"/>
                </a:lnTo>
                <a:lnTo>
                  <a:pt x="359663" y="204215"/>
                </a:lnTo>
                <a:lnTo>
                  <a:pt x="350519" y="219455"/>
                </a:lnTo>
                <a:lnTo>
                  <a:pt x="338327" y="231647"/>
                </a:lnTo>
                <a:lnTo>
                  <a:pt x="323087" y="246887"/>
                </a:lnTo>
                <a:lnTo>
                  <a:pt x="313943" y="259079"/>
                </a:lnTo>
                <a:lnTo>
                  <a:pt x="307847" y="259079"/>
                </a:lnTo>
                <a:lnTo>
                  <a:pt x="301751" y="265175"/>
                </a:lnTo>
                <a:lnTo>
                  <a:pt x="301751" y="271271"/>
                </a:lnTo>
                <a:lnTo>
                  <a:pt x="295655" y="271271"/>
                </a:lnTo>
                <a:lnTo>
                  <a:pt x="280415" y="286511"/>
                </a:lnTo>
                <a:lnTo>
                  <a:pt x="271271" y="301751"/>
                </a:lnTo>
                <a:lnTo>
                  <a:pt x="265175" y="301751"/>
                </a:lnTo>
                <a:lnTo>
                  <a:pt x="265175" y="307847"/>
                </a:lnTo>
                <a:lnTo>
                  <a:pt x="259079" y="313943"/>
                </a:lnTo>
                <a:lnTo>
                  <a:pt x="259079" y="335279"/>
                </a:lnTo>
                <a:lnTo>
                  <a:pt x="256031" y="341375"/>
                </a:lnTo>
                <a:lnTo>
                  <a:pt x="249935" y="347471"/>
                </a:lnTo>
                <a:lnTo>
                  <a:pt x="249935" y="353567"/>
                </a:lnTo>
                <a:lnTo>
                  <a:pt x="243839" y="353567"/>
                </a:lnTo>
                <a:lnTo>
                  <a:pt x="240791" y="36271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7103" y="3182112"/>
            <a:ext cx="399415" cy="375285"/>
          </a:xfrm>
          <a:custGeom>
            <a:avLst/>
            <a:gdLst/>
            <a:ahLst/>
            <a:cxnLst/>
            <a:rect l="l" t="t" r="r" b="b"/>
            <a:pathLst>
              <a:path w="399415" h="375285">
                <a:moveTo>
                  <a:pt x="228599" y="368807"/>
                </a:moveTo>
                <a:lnTo>
                  <a:pt x="170687" y="368807"/>
                </a:lnTo>
                <a:lnTo>
                  <a:pt x="170687" y="374903"/>
                </a:lnTo>
                <a:lnTo>
                  <a:pt x="204215" y="374903"/>
                </a:lnTo>
                <a:lnTo>
                  <a:pt x="228599" y="368807"/>
                </a:lnTo>
                <a:close/>
              </a:path>
              <a:path w="399415" h="375285">
                <a:moveTo>
                  <a:pt x="128015" y="307847"/>
                </a:moveTo>
                <a:lnTo>
                  <a:pt x="124967" y="307847"/>
                </a:lnTo>
                <a:lnTo>
                  <a:pt x="128015" y="313943"/>
                </a:lnTo>
                <a:lnTo>
                  <a:pt x="134111" y="320039"/>
                </a:lnTo>
                <a:lnTo>
                  <a:pt x="134111" y="347471"/>
                </a:lnTo>
                <a:lnTo>
                  <a:pt x="140207" y="347471"/>
                </a:lnTo>
                <a:lnTo>
                  <a:pt x="140207" y="353567"/>
                </a:lnTo>
                <a:lnTo>
                  <a:pt x="143255" y="359663"/>
                </a:lnTo>
                <a:lnTo>
                  <a:pt x="149351" y="368807"/>
                </a:lnTo>
                <a:lnTo>
                  <a:pt x="164591" y="368807"/>
                </a:lnTo>
                <a:lnTo>
                  <a:pt x="155447" y="359663"/>
                </a:lnTo>
                <a:lnTo>
                  <a:pt x="149351" y="359663"/>
                </a:lnTo>
                <a:lnTo>
                  <a:pt x="143255" y="353567"/>
                </a:lnTo>
                <a:lnTo>
                  <a:pt x="143255" y="347471"/>
                </a:lnTo>
                <a:lnTo>
                  <a:pt x="140207" y="341375"/>
                </a:lnTo>
                <a:lnTo>
                  <a:pt x="140207" y="320039"/>
                </a:lnTo>
                <a:lnTo>
                  <a:pt x="128015" y="307847"/>
                </a:lnTo>
                <a:close/>
              </a:path>
              <a:path w="399415" h="375285">
                <a:moveTo>
                  <a:pt x="246887" y="359663"/>
                </a:moveTo>
                <a:lnTo>
                  <a:pt x="234695" y="368807"/>
                </a:lnTo>
                <a:lnTo>
                  <a:pt x="246887" y="368807"/>
                </a:lnTo>
                <a:lnTo>
                  <a:pt x="246887" y="359663"/>
                </a:lnTo>
                <a:close/>
              </a:path>
              <a:path w="399415" h="375285">
                <a:moveTo>
                  <a:pt x="301751" y="277367"/>
                </a:moveTo>
                <a:lnTo>
                  <a:pt x="286511" y="292607"/>
                </a:lnTo>
                <a:lnTo>
                  <a:pt x="277367" y="298703"/>
                </a:lnTo>
                <a:lnTo>
                  <a:pt x="271271" y="307847"/>
                </a:lnTo>
                <a:lnTo>
                  <a:pt x="265175" y="313943"/>
                </a:lnTo>
                <a:lnTo>
                  <a:pt x="265175" y="320039"/>
                </a:lnTo>
                <a:lnTo>
                  <a:pt x="262127" y="335279"/>
                </a:lnTo>
                <a:lnTo>
                  <a:pt x="262127" y="347471"/>
                </a:lnTo>
                <a:lnTo>
                  <a:pt x="249935" y="359663"/>
                </a:lnTo>
                <a:lnTo>
                  <a:pt x="246887" y="359663"/>
                </a:lnTo>
                <a:lnTo>
                  <a:pt x="246887" y="368807"/>
                </a:lnTo>
                <a:lnTo>
                  <a:pt x="249935" y="368807"/>
                </a:lnTo>
                <a:lnTo>
                  <a:pt x="256031" y="359663"/>
                </a:lnTo>
                <a:lnTo>
                  <a:pt x="262127" y="353567"/>
                </a:lnTo>
                <a:lnTo>
                  <a:pt x="265175" y="347471"/>
                </a:lnTo>
                <a:lnTo>
                  <a:pt x="265175" y="335279"/>
                </a:lnTo>
                <a:lnTo>
                  <a:pt x="271271" y="320039"/>
                </a:lnTo>
                <a:lnTo>
                  <a:pt x="271271" y="313943"/>
                </a:lnTo>
                <a:lnTo>
                  <a:pt x="277367" y="307847"/>
                </a:lnTo>
                <a:lnTo>
                  <a:pt x="283463" y="307847"/>
                </a:lnTo>
                <a:lnTo>
                  <a:pt x="301751" y="277367"/>
                </a:lnTo>
                <a:close/>
              </a:path>
              <a:path w="399415" h="375285">
                <a:moveTo>
                  <a:pt x="115823" y="298703"/>
                </a:moveTo>
                <a:lnTo>
                  <a:pt x="124967" y="313943"/>
                </a:lnTo>
                <a:lnTo>
                  <a:pt x="124967" y="307847"/>
                </a:lnTo>
                <a:lnTo>
                  <a:pt x="128015" y="307847"/>
                </a:lnTo>
                <a:lnTo>
                  <a:pt x="115823" y="298703"/>
                </a:lnTo>
                <a:close/>
              </a:path>
              <a:path w="399415" h="375285">
                <a:moveTo>
                  <a:pt x="283463" y="307847"/>
                </a:moveTo>
                <a:lnTo>
                  <a:pt x="277367" y="307847"/>
                </a:lnTo>
                <a:lnTo>
                  <a:pt x="277367" y="313943"/>
                </a:lnTo>
                <a:lnTo>
                  <a:pt x="283463" y="307847"/>
                </a:lnTo>
                <a:close/>
              </a:path>
              <a:path w="399415" h="375285">
                <a:moveTo>
                  <a:pt x="170687" y="6095"/>
                </a:moveTo>
                <a:lnTo>
                  <a:pt x="140207" y="6095"/>
                </a:lnTo>
                <a:lnTo>
                  <a:pt x="124967" y="12191"/>
                </a:lnTo>
                <a:lnTo>
                  <a:pt x="106679" y="18287"/>
                </a:lnTo>
                <a:lnTo>
                  <a:pt x="91439" y="27431"/>
                </a:lnTo>
                <a:lnTo>
                  <a:pt x="60959" y="39623"/>
                </a:lnTo>
                <a:lnTo>
                  <a:pt x="60959" y="45719"/>
                </a:lnTo>
                <a:lnTo>
                  <a:pt x="42671" y="51815"/>
                </a:lnTo>
                <a:lnTo>
                  <a:pt x="33527" y="67055"/>
                </a:lnTo>
                <a:lnTo>
                  <a:pt x="21335" y="82295"/>
                </a:lnTo>
                <a:lnTo>
                  <a:pt x="18287" y="88391"/>
                </a:lnTo>
                <a:lnTo>
                  <a:pt x="12191" y="103631"/>
                </a:lnTo>
                <a:lnTo>
                  <a:pt x="6095" y="115823"/>
                </a:lnTo>
                <a:lnTo>
                  <a:pt x="0" y="121919"/>
                </a:lnTo>
                <a:lnTo>
                  <a:pt x="0" y="149351"/>
                </a:lnTo>
                <a:lnTo>
                  <a:pt x="6095" y="155447"/>
                </a:lnTo>
                <a:lnTo>
                  <a:pt x="6095" y="161543"/>
                </a:lnTo>
                <a:lnTo>
                  <a:pt x="12191" y="176783"/>
                </a:lnTo>
                <a:lnTo>
                  <a:pt x="18287" y="182879"/>
                </a:lnTo>
                <a:lnTo>
                  <a:pt x="18287" y="198119"/>
                </a:lnTo>
                <a:lnTo>
                  <a:pt x="21335" y="198119"/>
                </a:lnTo>
                <a:lnTo>
                  <a:pt x="21335" y="204215"/>
                </a:lnTo>
                <a:lnTo>
                  <a:pt x="33527" y="210311"/>
                </a:lnTo>
                <a:lnTo>
                  <a:pt x="42671" y="225551"/>
                </a:lnTo>
                <a:lnTo>
                  <a:pt x="54863" y="237743"/>
                </a:lnTo>
                <a:lnTo>
                  <a:pt x="64007" y="252983"/>
                </a:lnTo>
                <a:lnTo>
                  <a:pt x="76199" y="265175"/>
                </a:lnTo>
                <a:lnTo>
                  <a:pt x="85343" y="271271"/>
                </a:lnTo>
                <a:lnTo>
                  <a:pt x="91439" y="277367"/>
                </a:lnTo>
                <a:lnTo>
                  <a:pt x="97535" y="277367"/>
                </a:lnTo>
                <a:lnTo>
                  <a:pt x="106679" y="292607"/>
                </a:lnTo>
                <a:lnTo>
                  <a:pt x="115823" y="298703"/>
                </a:lnTo>
                <a:lnTo>
                  <a:pt x="112775" y="292607"/>
                </a:lnTo>
                <a:lnTo>
                  <a:pt x="100583" y="277367"/>
                </a:lnTo>
                <a:lnTo>
                  <a:pt x="97535" y="271271"/>
                </a:lnTo>
                <a:lnTo>
                  <a:pt x="91439" y="271271"/>
                </a:lnTo>
                <a:lnTo>
                  <a:pt x="79247" y="259079"/>
                </a:lnTo>
                <a:lnTo>
                  <a:pt x="70103" y="252983"/>
                </a:lnTo>
                <a:lnTo>
                  <a:pt x="60959" y="237743"/>
                </a:lnTo>
                <a:lnTo>
                  <a:pt x="48767" y="225551"/>
                </a:lnTo>
                <a:lnTo>
                  <a:pt x="36575" y="210311"/>
                </a:lnTo>
                <a:lnTo>
                  <a:pt x="27431" y="198119"/>
                </a:lnTo>
                <a:lnTo>
                  <a:pt x="27431" y="192023"/>
                </a:lnTo>
                <a:lnTo>
                  <a:pt x="21335" y="182879"/>
                </a:lnTo>
                <a:lnTo>
                  <a:pt x="18287" y="176783"/>
                </a:lnTo>
                <a:lnTo>
                  <a:pt x="12191" y="161543"/>
                </a:lnTo>
                <a:lnTo>
                  <a:pt x="12191" y="115823"/>
                </a:lnTo>
                <a:lnTo>
                  <a:pt x="18287" y="103631"/>
                </a:lnTo>
                <a:lnTo>
                  <a:pt x="21335" y="94487"/>
                </a:lnTo>
                <a:lnTo>
                  <a:pt x="27431" y="82295"/>
                </a:lnTo>
                <a:lnTo>
                  <a:pt x="36575" y="67055"/>
                </a:lnTo>
                <a:lnTo>
                  <a:pt x="48767" y="60959"/>
                </a:lnTo>
                <a:lnTo>
                  <a:pt x="64007" y="45719"/>
                </a:lnTo>
                <a:lnTo>
                  <a:pt x="79247" y="33527"/>
                </a:lnTo>
                <a:lnTo>
                  <a:pt x="97535" y="27431"/>
                </a:lnTo>
                <a:lnTo>
                  <a:pt x="112775" y="18287"/>
                </a:lnTo>
                <a:lnTo>
                  <a:pt x="128015" y="18287"/>
                </a:lnTo>
                <a:lnTo>
                  <a:pt x="143255" y="12191"/>
                </a:lnTo>
                <a:lnTo>
                  <a:pt x="158495" y="12191"/>
                </a:lnTo>
                <a:lnTo>
                  <a:pt x="170687" y="6095"/>
                </a:lnTo>
                <a:close/>
              </a:path>
              <a:path w="399415" h="375285">
                <a:moveTo>
                  <a:pt x="313943" y="271271"/>
                </a:moveTo>
                <a:lnTo>
                  <a:pt x="301751" y="271271"/>
                </a:lnTo>
                <a:lnTo>
                  <a:pt x="301751" y="277367"/>
                </a:lnTo>
                <a:lnTo>
                  <a:pt x="307847" y="277367"/>
                </a:lnTo>
                <a:lnTo>
                  <a:pt x="313943" y="271271"/>
                </a:lnTo>
                <a:close/>
              </a:path>
              <a:path w="399415" h="375285">
                <a:moveTo>
                  <a:pt x="335279" y="45719"/>
                </a:moveTo>
                <a:lnTo>
                  <a:pt x="344423" y="60959"/>
                </a:lnTo>
                <a:lnTo>
                  <a:pt x="362711" y="73151"/>
                </a:lnTo>
                <a:lnTo>
                  <a:pt x="371855" y="82295"/>
                </a:lnTo>
                <a:lnTo>
                  <a:pt x="377951" y="94487"/>
                </a:lnTo>
                <a:lnTo>
                  <a:pt x="380999" y="109727"/>
                </a:lnTo>
                <a:lnTo>
                  <a:pt x="387095" y="115823"/>
                </a:lnTo>
                <a:lnTo>
                  <a:pt x="387095" y="128015"/>
                </a:lnTo>
                <a:lnTo>
                  <a:pt x="393191" y="137159"/>
                </a:lnTo>
                <a:lnTo>
                  <a:pt x="387095" y="149351"/>
                </a:lnTo>
                <a:lnTo>
                  <a:pt x="387095" y="170687"/>
                </a:lnTo>
                <a:lnTo>
                  <a:pt x="380999" y="176783"/>
                </a:lnTo>
                <a:lnTo>
                  <a:pt x="380999" y="182879"/>
                </a:lnTo>
                <a:lnTo>
                  <a:pt x="377951" y="192023"/>
                </a:lnTo>
                <a:lnTo>
                  <a:pt x="371855" y="198119"/>
                </a:lnTo>
                <a:lnTo>
                  <a:pt x="365759" y="210311"/>
                </a:lnTo>
                <a:lnTo>
                  <a:pt x="350519" y="225551"/>
                </a:lnTo>
                <a:lnTo>
                  <a:pt x="341375" y="237743"/>
                </a:lnTo>
                <a:lnTo>
                  <a:pt x="329183" y="252983"/>
                </a:lnTo>
                <a:lnTo>
                  <a:pt x="320039" y="259079"/>
                </a:lnTo>
                <a:lnTo>
                  <a:pt x="307847" y="271271"/>
                </a:lnTo>
                <a:lnTo>
                  <a:pt x="320039" y="271271"/>
                </a:lnTo>
                <a:lnTo>
                  <a:pt x="326135" y="265175"/>
                </a:lnTo>
                <a:lnTo>
                  <a:pt x="335279" y="252983"/>
                </a:lnTo>
                <a:lnTo>
                  <a:pt x="344423" y="237743"/>
                </a:lnTo>
                <a:lnTo>
                  <a:pt x="377951" y="204215"/>
                </a:lnTo>
                <a:lnTo>
                  <a:pt x="377951" y="198119"/>
                </a:lnTo>
                <a:lnTo>
                  <a:pt x="380999" y="198119"/>
                </a:lnTo>
                <a:lnTo>
                  <a:pt x="380999" y="192023"/>
                </a:lnTo>
                <a:lnTo>
                  <a:pt x="387095" y="182879"/>
                </a:lnTo>
                <a:lnTo>
                  <a:pt x="387095" y="176783"/>
                </a:lnTo>
                <a:lnTo>
                  <a:pt x="393191" y="170687"/>
                </a:lnTo>
                <a:lnTo>
                  <a:pt x="393191" y="161543"/>
                </a:lnTo>
                <a:lnTo>
                  <a:pt x="399287" y="155447"/>
                </a:lnTo>
                <a:lnTo>
                  <a:pt x="399287" y="128015"/>
                </a:lnTo>
                <a:lnTo>
                  <a:pt x="387095" y="103631"/>
                </a:lnTo>
                <a:lnTo>
                  <a:pt x="380999" y="94487"/>
                </a:lnTo>
                <a:lnTo>
                  <a:pt x="377951" y="82295"/>
                </a:lnTo>
                <a:lnTo>
                  <a:pt x="365759" y="67055"/>
                </a:lnTo>
                <a:lnTo>
                  <a:pt x="350519" y="60959"/>
                </a:lnTo>
                <a:lnTo>
                  <a:pt x="350519" y="51815"/>
                </a:lnTo>
                <a:lnTo>
                  <a:pt x="335279" y="45719"/>
                </a:lnTo>
                <a:close/>
              </a:path>
              <a:path w="399415" h="375285">
                <a:moveTo>
                  <a:pt x="271271" y="12191"/>
                </a:moveTo>
                <a:lnTo>
                  <a:pt x="256031" y="12191"/>
                </a:lnTo>
                <a:lnTo>
                  <a:pt x="271271" y="18287"/>
                </a:lnTo>
                <a:lnTo>
                  <a:pt x="286511" y="27431"/>
                </a:lnTo>
                <a:lnTo>
                  <a:pt x="301751" y="33527"/>
                </a:lnTo>
                <a:lnTo>
                  <a:pt x="298703" y="33527"/>
                </a:lnTo>
                <a:lnTo>
                  <a:pt x="313943" y="39623"/>
                </a:lnTo>
                <a:lnTo>
                  <a:pt x="335279" y="45719"/>
                </a:lnTo>
                <a:lnTo>
                  <a:pt x="320039" y="33527"/>
                </a:lnTo>
                <a:lnTo>
                  <a:pt x="301751" y="27431"/>
                </a:lnTo>
                <a:lnTo>
                  <a:pt x="286511" y="18287"/>
                </a:lnTo>
                <a:lnTo>
                  <a:pt x="271271" y="12191"/>
                </a:lnTo>
                <a:close/>
              </a:path>
              <a:path w="399415" h="375285">
                <a:moveTo>
                  <a:pt x="246887" y="6095"/>
                </a:moveTo>
                <a:lnTo>
                  <a:pt x="228599" y="6095"/>
                </a:lnTo>
                <a:lnTo>
                  <a:pt x="246887" y="12191"/>
                </a:lnTo>
                <a:lnTo>
                  <a:pt x="262127" y="12191"/>
                </a:lnTo>
                <a:lnTo>
                  <a:pt x="246887" y="6095"/>
                </a:lnTo>
                <a:close/>
              </a:path>
              <a:path w="399415" h="375285">
                <a:moveTo>
                  <a:pt x="204215" y="0"/>
                </a:moveTo>
                <a:lnTo>
                  <a:pt x="185927" y="0"/>
                </a:lnTo>
                <a:lnTo>
                  <a:pt x="170687" y="6095"/>
                </a:lnTo>
                <a:lnTo>
                  <a:pt x="213359" y="6095"/>
                </a:lnTo>
                <a:lnTo>
                  <a:pt x="20421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90359" y="3358896"/>
            <a:ext cx="52069" cy="192405"/>
          </a:xfrm>
          <a:custGeom>
            <a:avLst/>
            <a:gdLst/>
            <a:ahLst/>
            <a:cxnLst/>
            <a:rect l="l" t="t" r="r" b="b"/>
            <a:pathLst>
              <a:path w="52070" h="192404">
                <a:moveTo>
                  <a:pt x="12191" y="0"/>
                </a:moveTo>
                <a:lnTo>
                  <a:pt x="0" y="0"/>
                </a:lnTo>
                <a:lnTo>
                  <a:pt x="42671" y="192023"/>
                </a:lnTo>
                <a:lnTo>
                  <a:pt x="51815" y="192023"/>
                </a:lnTo>
                <a:lnTo>
                  <a:pt x="12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51319" y="3358896"/>
            <a:ext cx="45720" cy="192405"/>
          </a:xfrm>
          <a:custGeom>
            <a:avLst/>
            <a:gdLst/>
            <a:ahLst/>
            <a:cxnLst/>
            <a:rect l="l" t="t" r="r" b="b"/>
            <a:pathLst>
              <a:path w="45720" h="192404">
                <a:moveTo>
                  <a:pt x="45719" y="0"/>
                </a:moveTo>
                <a:lnTo>
                  <a:pt x="42671" y="0"/>
                </a:lnTo>
                <a:lnTo>
                  <a:pt x="0" y="192023"/>
                </a:lnTo>
                <a:lnTo>
                  <a:pt x="3047" y="192023"/>
                </a:lnTo>
                <a:lnTo>
                  <a:pt x="45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02552" y="3361944"/>
            <a:ext cx="94615" cy="0"/>
          </a:xfrm>
          <a:custGeom>
            <a:avLst/>
            <a:gdLst/>
            <a:ahLst/>
            <a:cxnLst/>
            <a:rect l="l" t="t" r="r" b="b"/>
            <a:pathLst>
              <a:path w="94615">
                <a:moveTo>
                  <a:pt x="0" y="0"/>
                </a:moveTo>
                <a:lnTo>
                  <a:pt x="94487" y="0"/>
                </a:lnTo>
              </a:path>
            </a:pathLst>
          </a:custGeom>
          <a:ln w="736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96455" y="3374135"/>
            <a:ext cx="100965" cy="12700"/>
          </a:xfrm>
          <a:custGeom>
            <a:avLst/>
            <a:gdLst/>
            <a:ahLst/>
            <a:cxnLst/>
            <a:rect l="l" t="t" r="r" b="b"/>
            <a:pathLst>
              <a:path w="100965" h="12700">
                <a:moveTo>
                  <a:pt x="21335" y="0"/>
                </a:moveTo>
                <a:lnTo>
                  <a:pt x="0" y="6095"/>
                </a:lnTo>
                <a:lnTo>
                  <a:pt x="6095" y="12191"/>
                </a:lnTo>
                <a:lnTo>
                  <a:pt x="21335" y="6095"/>
                </a:lnTo>
                <a:lnTo>
                  <a:pt x="36575" y="6095"/>
                </a:lnTo>
                <a:lnTo>
                  <a:pt x="40004" y="5333"/>
                </a:lnTo>
                <a:lnTo>
                  <a:pt x="21335" y="0"/>
                </a:lnTo>
                <a:close/>
              </a:path>
              <a:path w="100965" h="12700">
                <a:moveTo>
                  <a:pt x="64007" y="6095"/>
                </a:moveTo>
                <a:lnTo>
                  <a:pt x="21335" y="6095"/>
                </a:lnTo>
                <a:lnTo>
                  <a:pt x="36575" y="12191"/>
                </a:lnTo>
                <a:lnTo>
                  <a:pt x="64007" y="6095"/>
                </a:lnTo>
                <a:close/>
              </a:path>
              <a:path w="100965" h="12700">
                <a:moveTo>
                  <a:pt x="100583" y="0"/>
                </a:moveTo>
                <a:lnTo>
                  <a:pt x="79247" y="6095"/>
                </a:lnTo>
                <a:lnTo>
                  <a:pt x="64007" y="6095"/>
                </a:lnTo>
                <a:lnTo>
                  <a:pt x="79247" y="12191"/>
                </a:lnTo>
                <a:lnTo>
                  <a:pt x="100583" y="6095"/>
                </a:lnTo>
                <a:lnTo>
                  <a:pt x="100583" y="0"/>
                </a:lnTo>
                <a:close/>
              </a:path>
              <a:path w="100965" h="12700">
                <a:moveTo>
                  <a:pt x="64007" y="0"/>
                </a:moveTo>
                <a:lnTo>
                  <a:pt x="40004" y="5333"/>
                </a:lnTo>
                <a:lnTo>
                  <a:pt x="42671" y="6095"/>
                </a:lnTo>
                <a:lnTo>
                  <a:pt x="79247" y="6095"/>
                </a:lnTo>
                <a:lnTo>
                  <a:pt x="64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43471" y="3078480"/>
            <a:ext cx="88900" cy="82550"/>
          </a:xfrm>
          <a:custGeom>
            <a:avLst/>
            <a:gdLst/>
            <a:ahLst/>
            <a:cxnLst/>
            <a:rect l="l" t="t" r="r" b="b"/>
            <a:pathLst>
              <a:path w="88900" h="82550">
                <a:moveTo>
                  <a:pt x="3047" y="0"/>
                </a:moveTo>
                <a:lnTo>
                  <a:pt x="0" y="0"/>
                </a:lnTo>
                <a:lnTo>
                  <a:pt x="0" y="6095"/>
                </a:lnTo>
                <a:lnTo>
                  <a:pt x="85343" y="82295"/>
                </a:lnTo>
                <a:lnTo>
                  <a:pt x="88391" y="82295"/>
                </a:lnTo>
                <a:lnTo>
                  <a:pt x="3047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36791" y="3285744"/>
            <a:ext cx="116205" cy="12700"/>
          </a:xfrm>
          <a:custGeom>
            <a:avLst/>
            <a:gdLst/>
            <a:ahLst/>
            <a:cxnLst/>
            <a:rect l="l" t="t" r="r" b="b"/>
            <a:pathLst>
              <a:path w="116204" h="12700">
                <a:moveTo>
                  <a:pt x="0" y="0"/>
                </a:moveTo>
                <a:lnTo>
                  <a:pt x="0" y="6095"/>
                </a:lnTo>
                <a:lnTo>
                  <a:pt x="109727" y="12191"/>
                </a:lnTo>
                <a:lnTo>
                  <a:pt x="115823" y="12191"/>
                </a:lnTo>
                <a:lnTo>
                  <a:pt x="115823" y="6095"/>
                </a:lnTo>
                <a:lnTo>
                  <a:pt x="109727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46391" y="3051048"/>
            <a:ext cx="100965" cy="104139"/>
          </a:xfrm>
          <a:custGeom>
            <a:avLst/>
            <a:gdLst/>
            <a:ahLst/>
            <a:cxnLst/>
            <a:rect l="l" t="t" r="r" b="b"/>
            <a:pathLst>
              <a:path w="100965" h="104139">
                <a:moveTo>
                  <a:pt x="100583" y="0"/>
                </a:moveTo>
                <a:lnTo>
                  <a:pt x="94487" y="0"/>
                </a:lnTo>
                <a:lnTo>
                  <a:pt x="0" y="94487"/>
                </a:lnTo>
                <a:lnTo>
                  <a:pt x="0" y="103631"/>
                </a:lnTo>
                <a:lnTo>
                  <a:pt x="6095" y="103631"/>
                </a:lnTo>
                <a:lnTo>
                  <a:pt x="94487" y="6095"/>
                </a:lnTo>
                <a:lnTo>
                  <a:pt x="100583" y="6095"/>
                </a:lnTo>
                <a:lnTo>
                  <a:pt x="100583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46976" y="3233928"/>
            <a:ext cx="158750" cy="21590"/>
          </a:xfrm>
          <a:custGeom>
            <a:avLst/>
            <a:gdLst/>
            <a:ahLst/>
            <a:cxnLst/>
            <a:rect l="l" t="t" r="r" b="b"/>
            <a:pathLst>
              <a:path w="158750" h="21589">
                <a:moveTo>
                  <a:pt x="158495" y="0"/>
                </a:moveTo>
                <a:lnTo>
                  <a:pt x="0" y="15239"/>
                </a:lnTo>
                <a:lnTo>
                  <a:pt x="0" y="21335"/>
                </a:lnTo>
                <a:lnTo>
                  <a:pt x="6095" y="21335"/>
                </a:lnTo>
                <a:lnTo>
                  <a:pt x="158495" y="9143"/>
                </a:lnTo>
                <a:lnTo>
                  <a:pt x="15849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98207" y="3413760"/>
            <a:ext cx="134620" cy="60960"/>
          </a:xfrm>
          <a:custGeom>
            <a:avLst/>
            <a:gdLst/>
            <a:ahLst/>
            <a:cxnLst/>
            <a:rect l="l" t="t" r="r" b="b"/>
            <a:pathLst>
              <a:path w="134620" h="60960">
                <a:moveTo>
                  <a:pt x="6095" y="0"/>
                </a:moveTo>
                <a:lnTo>
                  <a:pt x="0" y="0"/>
                </a:lnTo>
                <a:lnTo>
                  <a:pt x="0" y="6095"/>
                </a:lnTo>
                <a:lnTo>
                  <a:pt x="128015" y="60959"/>
                </a:lnTo>
                <a:lnTo>
                  <a:pt x="134111" y="60959"/>
                </a:lnTo>
                <a:lnTo>
                  <a:pt x="134111" y="54863"/>
                </a:lnTo>
                <a:lnTo>
                  <a:pt x="609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09944" y="3435096"/>
            <a:ext cx="113030" cy="60960"/>
          </a:xfrm>
          <a:custGeom>
            <a:avLst/>
            <a:gdLst/>
            <a:ahLst/>
            <a:cxnLst/>
            <a:rect l="l" t="t" r="r" b="b"/>
            <a:pathLst>
              <a:path w="113029" h="60960">
                <a:moveTo>
                  <a:pt x="112775" y="0"/>
                </a:moveTo>
                <a:lnTo>
                  <a:pt x="106679" y="0"/>
                </a:lnTo>
                <a:lnTo>
                  <a:pt x="0" y="60959"/>
                </a:lnTo>
                <a:lnTo>
                  <a:pt x="6095" y="60959"/>
                </a:lnTo>
                <a:lnTo>
                  <a:pt x="112775" y="6095"/>
                </a:lnTo>
                <a:lnTo>
                  <a:pt x="11277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97623" y="2977896"/>
            <a:ext cx="256540" cy="198120"/>
          </a:xfrm>
          <a:custGeom>
            <a:avLst/>
            <a:gdLst/>
            <a:ahLst/>
            <a:cxnLst/>
            <a:rect l="l" t="t" r="r" b="b"/>
            <a:pathLst>
              <a:path w="256540" h="198119">
                <a:moveTo>
                  <a:pt x="0" y="198119"/>
                </a:moveTo>
                <a:lnTo>
                  <a:pt x="256031" y="198119"/>
                </a:lnTo>
                <a:lnTo>
                  <a:pt x="256031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25640" y="3176016"/>
            <a:ext cx="256540" cy="198120"/>
          </a:xfrm>
          <a:custGeom>
            <a:avLst/>
            <a:gdLst/>
            <a:ahLst/>
            <a:cxnLst/>
            <a:rect l="l" t="t" r="r" b="b"/>
            <a:pathLst>
              <a:path w="256540" h="198120">
                <a:moveTo>
                  <a:pt x="0" y="198119"/>
                </a:moveTo>
                <a:lnTo>
                  <a:pt x="256031" y="198119"/>
                </a:lnTo>
                <a:lnTo>
                  <a:pt x="256031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60335" y="3374135"/>
            <a:ext cx="21590" cy="195580"/>
          </a:xfrm>
          <a:custGeom>
            <a:avLst/>
            <a:gdLst/>
            <a:ahLst/>
            <a:cxnLst/>
            <a:rect l="l" t="t" r="r" b="b"/>
            <a:pathLst>
              <a:path w="21590" h="195579">
                <a:moveTo>
                  <a:pt x="0" y="195071"/>
                </a:moveTo>
                <a:lnTo>
                  <a:pt x="21335" y="195071"/>
                </a:lnTo>
                <a:lnTo>
                  <a:pt x="21335" y="0"/>
                </a:lnTo>
                <a:lnTo>
                  <a:pt x="0" y="0"/>
                </a:lnTo>
                <a:lnTo>
                  <a:pt x="0" y="195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63639" y="3374135"/>
            <a:ext cx="253365" cy="195580"/>
          </a:xfrm>
          <a:custGeom>
            <a:avLst/>
            <a:gdLst/>
            <a:ahLst/>
            <a:cxnLst/>
            <a:rect l="l" t="t" r="r" b="b"/>
            <a:pathLst>
              <a:path w="253365" h="195579">
                <a:moveTo>
                  <a:pt x="0" y="195071"/>
                </a:moveTo>
                <a:lnTo>
                  <a:pt x="252983" y="195071"/>
                </a:lnTo>
                <a:lnTo>
                  <a:pt x="252983" y="0"/>
                </a:lnTo>
                <a:lnTo>
                  <a:pt x="0" y="0"/>
                </a:lnTo>
                <a:lnTo>
                  <a:pt x="0" y="195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63639" y="3176016"/>
            <a:ext cx="253365" cy="198120"/>
          </a:xfrm>
          <a:custGeom>
            <a:avLst/>
            <a:gdLst/>
            <a:ahLst/>
            <a:cxnLst/>
            <a:rect l="l" t="t" r="r" b="b"/>
            <a:pathLst>
              <a:path w="253365" h="198120">
                <a:moveTo>
                  <a:pt x="0" y="198119"/>
                </a:moveTo>
                <a:lnTo>
                  <a:pt x="252983" y="198119"/>
                </a:lnTo>
                <a:lnTo>
                  <a:pt x="252983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63639" y="2977896"/>
            <a:ext cx="253365" cy="198120"/>
          </a:xfrm>
          <a:custGeom>
            <a:avLst/>
            <a:gdLst/>
            <a:ahLst/>
            <a:cxnLst/>
            <a:rect l="l" t="t" r="r" b="b"/>
            <a:pathLst>
              <a:path w="253365" h="198119">
                <a:moveTo>
                  <a:pt x="0" y="198119"/>
                </a:moveTo>
                <a:lnTo>
                  <a:pt x="252983" y="198119"/>
                </a:lnTo>
                <a:lnTo>
                  <a:pt x="252983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04303" y="3374135"/>
            <a:ext cx="256540" cy="195580"/>
          </a:xfrm>
          <a:custGeom>
            <a:avLst/>
            <a:gdLst/>
            <a:ahLst/>
            <a:cxnLst/>
            <a:rect l="l" t="t" r="r" b="b"/>
            <a:pathLst>
              <a:path w="256540" h="195579">
                <a:moveTo>
                  <a:pt x="0" y="195071"/>
                </a:moveTo>
                <a:lnTo>
                  <a:pt x="256031" y="195071"/>
                </a:lnTo>
                <a:lnTo>
                  <a:pt x="256031" y="0"/>
                </a:lnTo>
                <a:lnTo>
                  <a:pt x="0" y="0"/>
                </a:lnTo>
                <a:lnTo>
                  <a:pt x="0" y="195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79263" y="5431535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0" y="0"/>
                </a:moveTo>
                <a:lnTo>
                  <a:pt x="31699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96255" y="5431535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79263" y="5431535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096255" y="5650991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>
                <a:moveTo>
                  <a:pt x="0" y="0"/>
                </a:moveTo>
                <a:lnTo>
                  <a:pt x="44805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31207" y="5650991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>
                <a:moveTo>
                  <a:pt x="0" y="0"/>
                </a:moveTo>
                <a:lnTo>
                  <a:pt x="44805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69357" y="4364735"/>
            <a:ext cx="124460" cy="109220"/>
          </a:xfrm>
          <a:custGeom>
            <a:avLst/>
            <a:gdLst/>
            <a:ahLst/>
            <a:cxnLst/>
            <a:rect l="l" t="t" r="r" b="b"/>
            <a:pathLst>
              <a:path w="124460" h="109220">
                <a:moveTo>
                  <a:pt x="60554" y="0"/>
                </a:moveTo>
                <a:lnTo>
                  <a:pt x="19912" y="13953"/>
                </a:lnTo>
                <a:lnTo>
                  <a:pt x="0" y="48480"/>
                </a:lnTo>
                <a:lnTo>
                  <a:pt x="1545" y="63839"/>
                </a:lnTo>
                <a:lnTo>
                  <a:pt x="23584" y="98030"/>
                </a:lnTo>
                <a:lnTo>
                  <a:pt x="48679" y="108676"/>
                </a:lnTo>
                <a:lnTo>
                  <a:pt x="66180" y="107763"/>
                </a:lnTo>
                <a:lnTo>
                  <a:pt x="106648" y="91240"/>
                </a:lnTo>
                <a:lnTo>
                  <a:pt x="124269" y="60000"/>
                </a:lnTo>
                <a:lnTo>
                  <a:pt x="122554" y="45313"/>
                </a:lnTo>
                <a:lnTo>
                  <a:pt x="99318" y="12059"/>
                </a:lnTo>
                <a:lnTo>
                  <a:pt x="73759" y="1273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06239" y="4440935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2711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45429" y="4364735"/>
            <a:ext cx="124460" cy="109220"/>
          </a:xfrm>
          <a:custGeom>
            <a:avLst/>
            <a:gdLst/>
            <a:ahLst/>
            <a:cxnLst/>
            <a:rect l="l" t="t" r="r" b="b"/>
            <a:pathLst>
              <a:path w="124460" h="109220">
                <a:moveTo>
                  <a:pt x="60554" y="0"/>
                </a:moveTo>
                <a:lnTo>
                  <a:pt x="19912" y="13953"/>
                </a:lnTo>
                <a:lnTo>
                  <a:pt x="0" y="48480"/>
                </a:lnTo>
                <a:lnTo>
                  <a:pt x="1545" y="63839"/>
                </a:lnTo>
                <a:lnTo>
                  <a:pt x="23584" y="98030"/>
                </a:lnTo>
                <a:lnTo>
                  <a:pt x="48679" y="108676"/>
                </a:lnTo>
                <a:lnTo>
                  <a:pt x="67102" y="107763"/>
                </a:lnTo>
                <a:lnTo>
                  <a:pt x="107696" y="91240"/>
                </a:lnTo>
                <a:lnTo>
                  <a:pt x="124297" y="60000"/>
                </a:lnTo>
                <a:lnTo>
                  <a:pt x="122734" y="45309"/>
                </a:lnTo>
                <a:lnTo>
                  <a:pt x="100598" y="12052"/>
                </a:lnTo>
                <a:lnTo>
                  <a:pt x="74656" y="126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76088" y="4440935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347471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700015" y="4309872"/>
            <a:ext cx="676910" cy="131445"/>
          </a:xfrm>
          <a:custGeom>
            <a:avLst/>
            <a:gdLst/>
            <a:ahLst/>
            <a:cxnLst/>
            <a:rect l="l" t="t" r="r" b="b"/>
            <a:pathLst>
              <a:path w="676910" h="131445">
                <a:moveTo>
                  <a:pt x="0" y="131063"/>
                </a:moveTo>
                <a:lnTo>
                  <a:pt x="67665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15861" y="4379976"/>
            <a:ext cx="120650" cy="106045"/>
          </a:xfrm>
          <a:custGeom>
            <a:avLst/>
            <a:gdLst/>
            <a:ahLst/>
            <a:cxnLst/>
            <a:rect l="l" t="t" r="r" b="b"/>
            <a:pathLst>
              <a:path w="120650" h="106045">
                <a:moveTo>
                  <a:pt x="60554" y="0"/>
                </a:moveTo>
                <a:lnTo>
                  <a:pt x="19912" y="13953"/>
                </a:lnTo>
                <a:lnTo>
                  <a:pt x="0" y="48480"/>
                </a:lnTo>
                <a:lnTo>
                  <a:pt x="1626" y="63025"/>
                </a:lnTo>
                <a:lnTo>
                  <a:pt x="24687" y="95966"/>
                </a:lnTo>
                <a:lnTo>
                  <a:pt x="50794" y="105977"/>
                </a:lnTo>
                <a:lnTo>
                  <a:pt x="68493" y="104782"/>
                </a:lnTo>
                <a:lnTo>
                  <a:pt x="107645" y="86390"/>
                </a:lnTo>
                <a:lnTo>
                  <a:pt x="120043" y="65749"/>
                </a:lnTo>
                <a:lnTo>
                  <a:pt x="119023" y="49386"/>
                </a:lnTo>
                <a:lnTo>
                  <a:pt x="99307" y="13514"/>
                </a:lnTo>
                <a:lnTo>
                  <a:pt x="62507" y="2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71032" y="4453128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2711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91933" y="4379976"/>
            <a:ext cx="125095" cy="106045"/>
          </a:xfrm>
          <a:custGeom>
            <a:avLst/>
            <a:gdLst/>
            <a:ahLst/>
            <a:cxnLst/>
            <a:rect l="l" t="t" r="r" b="b"/>
            <a:pathLst>
              <a:path w="125095" h="106045">
                <a:moveTo>
                  <a:pt x="60554" y="0"/>
                </a:moveTo>
                <a:lnTo>
                  <a:pt x="19912" y="13953"/>
                </a:lnTo>
                <a:lnTo>
                  <a:pt x="0" y="48480"/>
                </a:lnTo>
                <a:lnTo>
                  <a:pt x="1626" y="63025"/>
                </a:lnTo>
                <a:lnTo>
                  <a:pt x="24687" y="95966"/>
                </a:lnTo>
                <a:lnTo>
                  <a:pt x="50794" y="105977"/>
                </a:lnTo>
                <a:lnTo>
                  <a:pt x="68203" y="104853"/>
                </a:lnTo>
                <a:lnTo>
                  <a:pt x="108434" y="87365"/>
                </a:lnTo>
                <a:lnTo>
                  <a:pt x="124531" y="56363"/>
                </a:lnTo>
                <a:lnTo>
                  <a:pt x="122607" y="42641"/>
                </a:lnTo>
                <a:lnTo>
                  <a:pt x="97928" y="10859"/>
                </a:lnTo>
                <a:lnTo>
                  <a:pt x="71157" y="813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22591" y="4453128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347471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52615" y="4197096"/>
            <a:ext cx="548640" cy="238125"/>
          </a:xfrm>
          <a:custGeom>
            <a:avLst/>
            <a:gdLst/>
            <a:ahLst/>
            <a:cxnLst/>
            <a:rect l="l" t="t" r="r" b="b"/>
            <a:pathLst>
              <a:path w="548640" h="238125">
                <a:moveTo>
                  <a:pt x="0" y="237743"/>
                </a:moveTo>
                <a:lnTo>
                  <a:pt x="54863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77511" y="3425952"/>
            <a:ext cx="94615" cy="58419"/>
          </a:xfrm>
          <a:custGeom>
            <a:avLst/>
            <a:gdLst/>
            <a:ahLst/>
            <a:cxnLst/>
            <a:rect l="l" t="t" r="r" b="b"/>
            <a:pathLst>
              <a:path w="94614" h="58420">
                <a:moveTo>
                  <a:pt x="94487" y="0"/>
                </a:moveTo>
                <a:lnTo>
                  <a:pt x="0" y="5791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89120" y="3285744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100583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041391" y="3413760"/>
            <a:ext cx="88900" cy="30480"/>
          </a:xfrm>
          <a:custGeom>
            <a:avLst/>
            <a:gdLst/>
            <a:ahLst/>
            <a:cxnLst/>
            <a:rect l="l" t="t" r="r" b="b"/>
            <a:pathLst>
              <a:path w="88900" h="30479">
                <a:moveTo>
                  <a:pt x="0" y="0"/>
                </a:moveTo>
                <a:lnTo>
                  <a:pt x="88391" y="3047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74852" y="752278"/>
            <a:ext cx="68148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224280" algn="l"/>
                <a:tab pos="2195195" algn="l"/>
                <a:tab pos="2502535" algn="l"/>
                <a:tab pos="3310890" algn="l"/>
                <a:tab pos="5543550" algn="l"/>
                <a:tab pos="6510655" algn="l"/>
              </a:tabLst>
            </a:pPr>
            <a:r>
              <a:rPr sz="2400" b="1" spc="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	a	</a:t>
            </a:r>
            <a:r>
              <a:rPr sz="2400" b="1" spc="114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400" b="1" spc="27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	</a:t>
            </a:r>
            <a:r>
              <a:rPr sz="2400" b="1" spc="254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0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	w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k	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2400" b="1" spc="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2400" b="1" spc="27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620255" y="2956560"/>
            <a:ext cx="256540" cy="198120"/>
          </a:xfrm>
          <a:custGeom>
            <a:avLst/>
            <a:gdLst/>
            <a:ahLst/>
            <a:cxnLst/>
            <a:rect l="l" t="t" r="r" b="b"/>
            <a:pathLst>
              <a:path w="256540" h="198119">
                <a:moveTo>
                  <a:pt x="0" y="198119"/>
                </a:moveTo>
                <a:lnTo>
                  <a:pt x="256031" y="198119"/>
                </a:lnTo>
                <a:lnTo>
                  <a:pt x="256031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4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50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2236469" y="1737360"/>
          <a:ext cx="5484495" cy="443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809"/>
                <a:gridCol w="2014727"/>
                <a:gridCol w="1923287"/>
              </a:tblGrid>
              <a:tr h="1155191">
                <a:tc>
                  <a:txBody>
                    <a:bodyPr/>
                    <a:lstStyle/>
                    <a:p>
                      <a:pPr marL="387350" marR="316230" indent="-88900">
                        <a:lnSpc>
                          <a:spcPct val="100000"/>
                        </a:lnSpc>
                      </a:pPr>
                      <a:r>
                        <a:rPr sz="2000" b="1" spc="7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2000" b="1" spc="14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2000" b="1" spc="20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000" b="1" spc="235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spc="204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y </a:t>
                      </a:r>
                      <a:r>
                        <a:rPr sz="2000" b="1" spc="85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2000" b="1" spc="245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000" b="1" spc="21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spc="245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12191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  <a:solidFill>
                      <a:srgbClr val="B8CBE6"/>
                    </a:solidFill>
                  </a:tcPr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</a:pPr>
                      <a:r>
                        <a:rPr sz="2000" b="1" spc="15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n </a:t>
                      </a:r>
                      <a:r>
                        <a:rPr sz="2000" b="1" spc="-24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000" b="1" spc="-12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spc="-25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12191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  <a:solidFill>
                      <a:srgbClr val="B8CBE6"/>
                    </a:solidFill>
                  </a:tcPr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</a:pPr>
                      <a:r>
                        <a:rPr sz="2000" b="1" spc="15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000" b="1" spc="175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f </a:t>
                      </a:r>
                      <a:r>
                        <a:rPr sz="2000" b="1" spc="-24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000" b="1" spc="-14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250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23232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12191">
                      <a:solidFill>
                        <a:srgbClr val="9F9F9F"/>
                      </a:solidFill>
                      <a:prstDash val="solid"/>
                    </a:lnR>
                    <a:lnT w="12191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  <a:solidFill>
                      <a:srgbClr val="B8CBE6"/>
                    </a:solidFill>
                  </a:tcPr>
                </a:tc>
              </a:tr>
              <a:tr h="941831"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lb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191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12191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</a:tr>
              <a:tr h="1170431"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2000" spc="-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ch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191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12191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3047">
                      <a:solidFill>
                        <a:srgbClr val="9F9F9F"/>
                      </a:solidFill>
                      <a:prstDash val="solid"/>
                    </a:lnB>
                  </a:tcPr>
                </a:tc>
              </a:tr>
              <a:tr h="1152905">
                <a:tc>
                  <a:txBody>
                    <a:bodyPr/>
                    <a:lstStyle/>
                    <a:p>
                      <a:pPr marL="427355" marR="342265" indent="-7620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rcu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191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12191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3047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12191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047">
                      <a:solidFill>
                        <a:srgbClr val="9F9F9F"/>
                      </a:solidFill>
                      <a:prstDash val="solid"/>
                    </a:lnL>
                    <a:lnR w="12191">
                      <a:solidFill>
                        <a:srgbClr val="9F9F9F"/>
                      </a:solidFill>
                      <a:prstDash val="solid"/>
                    </a:lnR>
                    <a:lnT w="3047">
                      <a:solidFill>
                        <a:srgbClr val="9F9F9F"/>
                      </a:solidFill>
                      <a:prstDash val="solid"/>
                    </a:lnT>
                    <a:lnB w="12191">
                      <a:solidFill>
                        <a:srgbClr val="9F9F9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7501" y="1801888"/>
            <a:ext cx="7569834" cy="1921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8890" indent="-445134">
              <a:lnSpc>
                <a:spcPct val="100000"/>
              </a:lnSpc>
              <a:tabLst>
                <a:tab pos="457200" algn="l"/>
                <a:tab pos="6566534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imp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–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2950">
              <a:latin typeface="Times New Roman"/>
              <a:cs typeface="Times New Roman"/>
            </a:endParaRPr>
          </a:p>
          <a:p>
            <a:pPr marL="457200" marR="5080" indent="-445134">
              <a:lnSpc>
                <a:spcPct val="100000"/>
              </a:lnSpc>
              <a:tabLst>
                <a:tab pos="457200" algn="l"/>
                <a:tab pos="1789430" algn="l"/>
                <a:tab pos="2637155" algn="l"/>
                <a:tab pos="3425825" algn="l"/>
                <a:tab pos="4184650" algn="l"/>
                <a:tab pos="4794885" algn="l"/>
                <a:tab pos="6010910" algn="l"/>
                <a:tab pos="6496050" algn="l"/>
                <a:tab pos="704405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ow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xamp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ur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5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852" y="793512"/>
            <a:ext cx="4024629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9861" y="2030489"/>
            <a:ext cx="7268209" cy="180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6465" indent="-91440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ow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s: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marL="926465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926465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926465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xt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mn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6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852" y="793512"/>
            <a:ext cx="351726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7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093" y="1700604"/>
            <a:ext cx="182054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xa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469265" marR="5080">
              <a:lnSpc>
                <a:spcPct val="100000"/>
              </a:lnSpc>
              <a:spcBef>
                <a:spcPts val="1200"/>
              </a:spcBef>
              <a:tabLst>
                <a:tab pos="1057910" algn="l"/>
              </a:tabLst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rm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1964" y="2114668"/>
            <a:ext cx="10318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bers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4277" y="2114668"/>
            <a:ext cx="13296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93444" algn="l"/>
              </a:tabLst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spc="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5352" y="2114668"/>
            <a:ext cx="6108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1001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6872" y="2114668"/>
            <a:ext cx="9004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bot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6585" y="2114668"/>
            <a:ext cx="14795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2669" algn="l"/>
              </a:tabLst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dec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090" y="3102685"/>
            <a:ext cx="10648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ol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1800" b="1" spc="22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4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5491" y="3654374"/>
            <a:ext cx="83311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B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1800" b="1" spc="185" dirty="0">
                <a:solidFill>
                  <a:srgbClr val="323232"/>
                </a:solidFill>
                <a:latin typeface="Arial"/>
                <a:cs typeface="Arial"/>
              </a:rPr>
              <a:t>r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2679" y="3654374"/>
            <a:ext cx="10369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185" dirty="0">
                <a:solidFill>
                  <a:srgbClr val="323232"/>
                </a:solidFill>
                <a:latin typeface="Arial"/>
                <a:cs typeface="Arial"/>
              </a:rPr>
              <a:t>D</a:t>
            </a:r>
            <a:r>
              <a:rPr sz="1800" b="1" spc="19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55" dirty="0">
                <a:solidFill>
                  <a:srgbClr val="323232"/>
                </a:solidFill>
                <a:latin typeface="Arial"/>
                <a:cs typeface="Arial"/>
              </a:rPr>
              <a:t>c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1095" y="5836279"/>
            <a:ext cx="761110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are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ge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era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se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ol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4852" y="793512"/>
            <a:ext cx="643001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3686175" algn="l"/>
                <a:tab pos="5991860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200" b="1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39597" y="4115174"/>
          <a:ext cx="3610610" cy="155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2303"/>
                <a:gridCol w="1760394"/>
                <a:gridCol w="457577"/>
              </a:tblGrid>
              <a:tr h="33172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tabLst>
                          <a:tab pos="861060" algn="l"/>
                        </a:tabLst>
                      </a:pPr>
                      <a:r>
                        <a:rPr sz="18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carry</a:t>
                      </a:r>
                      <a:r>
                        <a:rPr sz="180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83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carry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638689"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</a:pP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10011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59563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1001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19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8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588263"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</a:pP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11100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8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28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6229" y="1809799"/>
            <a:ext cx="7637780" cy="180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011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1101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bin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3207" y="3943400"/>
            <a:ext cx="1068070" cy="148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335" algn="ctr">
              <a:lnSpc>
                <a:spcPct val="100000"/>
              </a:lnSpc>
            </a:pPr>
            <a:r>
              <a:rPr sz="2000" b="1" spc="50" dirty="0">
                <a:solidFill>
                  <a:srgbClr val="323232"/>
                </a:solidFill>
                <a:latin typeface="Arial"/>
                <a:cs typeface="Arial"/>
              </a:rPr>
              <a:t>B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r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1705"/>
              </a:spcBef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111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11</a:t>
            </a:r>
            <a:endParaRPr sz="2000">
              <a:latin typeface="Verdana"/>
              <a:cs typeface="Verdana"/>
            </a:endParaRPr>
          </a:p>
          <a:p>
            <a:pPr marL="69850" algn="ctr">
              <a:lnSpc>
                <a:spcPct val="100000"/>
              </a:lnSpc>
              <a:spcBef>
                <a:spcPts val="695"/>
              </a:spcBef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111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110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7206" y="3943400"/>
            <a:ext cx="11499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0" dirty="0">
                <a:solidFill>
                  <a:srgbClr val="323232"/>
                </a:solidFill>
                <a:latin typeface="Arial"/>
                <a:cs typeface="Arial"/>
              </a:rPr>
              <a:t>De</a:t>
            </a:r>
            <a:r>
              <a:rPr sz="2000" b="1" spc="75" dirty="0">
                <a:solidFill>
                  <a:srgbClr val="323232"/>
                </a:solidFill>
                <a:latin typeface="Arial"/>
                <a:cs typeface="Arial"/>
              </a:rPr>
              <a:t>c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1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5905" y="4459746"/>
            <a:ext cx="1181100" cy="662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38200" algn="l"/>
              </a:tabLst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25"/>
              </a:spcBef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39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7864" y="5148595"/>
            <a:ext cx="5588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27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3204" y="5758195"/>
            <a:ext cx="115887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10000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6406" y="5758195"/>
            <a:ext cx="3486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66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5483" y="4450602"/>
            <a:ext cx="67500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22575" y="5666232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04288" y="6047232"/>
            <a:ext cx="932815" cy="0"/>
          </a:xfrm>
          <a:custGeom>
            <a:avLst/>
            <a:gdLst/>
            <a:ahLst/>
            <a:cxnLst/>
            <a:rect l="l" t="t" r="r" b="b"/>
            <a:pathLst>
              <a:path w="932814">
                <a:moveTo>
                  <a:pt x="0" y="0"/>
                </a:moveTo>
                <a:lnTo>
                  <a:pt x="9326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13376" y="5705855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891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13376" y="6056376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891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56456" y="3802097"/>
            <a:ext cx="139890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4515" algn="l"/>
              </a:tabLst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dd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iti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8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5521" y="3802097"/>
            <a:ext cx="134493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4175" algn="l"/>
                <a:tab pos="1094105" algn="l"/>
              </a:tabLst>
            </a:pP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-2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6461" y="4048985"/>
            <a:ext cx="289242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k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en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int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-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6459" y="4292825"/>
            <a:ext cx="176530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8670" algn="l"/>
                <a:tab pos="1468120" algn="l"/>
              </a:tabLst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s.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we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57698" y="4292825"/>
            <a:ext cx="99060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8640" algn="l"/>
              </a:tabLst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56454" y="4536665"/>
            <a:ext cx="289242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-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56450" y="4780505"/>
            <a:ext cx="2893060" cy="47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  <a:tabLst>
                <a:tab pos="599440" algn="l"/>
                <a:tab pos="1151255" algn="l"/>
                <a:tab pos="1804035" algn="l"/>
                <a:tab pos="2112010" algn="l"/>
                <a:tab pos="2447290" algn="l"/>
              </a:tabLst>
            </a:pP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.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endParaRPr sz="1600">
              <a:latin typeface="Verdana"/>
              <a:cs typeface="Verdana"/>
            </a:endParaRPr>
          </a:p>
          <a:p>
            <a:pPr marR="6350" algn="r">
              <a:lnSpc>
                <a:spcPct val="100000"/>
              </a:lnSpc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56447" y="5024346"/>
            <a:ext cx="24663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62330" algn="l"/>
                <a:tab pos="1286510" algn="l"/>
                <a:tab pos="1877060" algn="l"/>
              </a:tabLst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dd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ed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thi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ult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56442" y="5271234"/>
            <a:ext cx="2894965" cy="961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ob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tai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6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rry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.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ce,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lu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-3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16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lu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4852" y="793512"/>
            <a:ext cx="643001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3686175" algn="l"/>
                <a:tab pos="5991860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200" b="1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02741" y="1798648"/>
            <a:ext cx="7537450" cy="2156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45134">
              <a:lnSpc>
                <a:spcPct val="100000"/>
              </a:lnSpc>
            </a:pPr>
            <a:r>
              <a:rPr sz="24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ul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400" spc="2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4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4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400" spc="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4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400" spc="1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ac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400" spc="2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is</a:t>
            </a:r>
            <a:r>
              <a:rPr sz="2400" spc="2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400" spc="2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400" spc="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400" spc="20" dirty="0">
                <a:solidFill>
                  <a:srgbClr val="323232"/>
                </a:solidFill>
                <a:latin typeface="Verdana"/>
                <a:cs typeface="Verdana"/>
              </a:rPr>
              <a:t>s: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</a:pP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400" spc="22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4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  <a:p>
            <a:pPr marL="457200" marR="5080">
              <a:lnSpc>
                <a:spcPct val="100000"/>
              </a:lnSpc>
            </a:pP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400" spc="22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4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4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400" spc="2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400" spc="2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borro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4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fro</a:t>
            </a:r>
            <a:r>
              <a:rPr sz="2400" spc="-2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4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4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xt</a:t>
            </a:r>
            <a:r>
              <a:rPr sz="24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mn</a:t>
            </a:r>
            <a:r>
              <a:rPr sz="24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400" spc="22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4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  <a:p>
            <a:pPr marL="457200">
              <a:lnSpc>
                <a:spcPts val="2855"/>
              </a:lnSpc>
            </a:pP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400" spc="22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4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9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852" y="793512"/>
            <a:ext cx="425069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6385" y="3639311"/>
            <a:ext cx="184150" cy="567055"/>
          </a:xfrm>
          <a:custGeom>
            <a:avLst/>
            <a:gdLst/>
            <a:ahLst/>
            <a:cxnLst/>
            <a:rect l="l" t="t" r="r" b="b"/>
            <a:pathLst>
              <a:path w="184150" h="567054">
                <a:moveTo>
                  <a:pt x="183742" y="0"/>
                </a:moveTo>
                <a:lnTo>
                  <a:pt x="133107" y="7516"/>
                </a:lnTo>
                <a:lnTo>
                  <a:pt x="98771" y="27263"/>
                </a:lnTo>
                <a:lnTo>
                  <a:pt x="89254" y="237743"/>
                </a:lnTo>
                <a:lnTo>
                  <a:pt x="87557" y="246428"/>
                </a:lnTo>
                <a:lnTo>
                  <a:pt x="51150" y="274601"/>
                </a:lnTo>
                <a:lnTo>
                  <a:pt x="0" y="283398"/>
                </a:lnTo>
                <a:lnTo>
                  <a:pt x="18060" y="284387"/>
                </a:lnTo>
                <a:lnTo>
                  <a:pt x="63172" y="297516"/>
                </a:lnTo>
                <a:lnTo>
                  <a:pt x="89254" y="332118"/>
                </a:lnTo>
                <a:lnTo>
                  <a:pt x="89254" y="521207"/>
                </a:lnTo>
                <a:lnTo>
                  <a:pt x="91069" y="529892"/>
                </a:lnTo>
                <a:lnTo>
                  <a:pt x="128680" y="558065"/>
                </a:lnTo>
                <a:lnTo>
                  <a:pt x="160710" y="565493"/>
                </a:lnTo>
                <a:lnTo>
                  <a:pt x="178784" y="566862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13765" y="1794559"/>
            <a:ext cx="6151245" cy="427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R="1425575" algn="ctr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0111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spc="-15" baseline="-25641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950" baseline="-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0101</a:t>
            </a:r>
            <a:r>
              <a:rPr sz="1950" spc="-15" baseline="-25641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endParaRPr sz="1950" baseline="-25641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24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2200">
              <a:latin typeface="Times New Roman"/>
              <a:cs typeface="Times New Roman"/>
            </a:endParaRPr>
          </a:p>
          <a:p>
            <a:pPr marR="1490345" algn="ctr">
              <a:lnSpc>
                <a:spcPts val="233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12</a:t>
            </a:r>
            <a:endParaRPr sz="2000">
              <a:latin typeface="Verdana"/>
              <a:cs typeface="Verdana"/>
            </a:endParaRPr>
          </a:p>
          <a:p>
            <a:pPr marR="1386840" algn="ctr">
              <a:lnSpc>
                <a:spcPts val="233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02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02</a:t>
            </a:r>
            <a:endParaRPr sz="2000">
              <a:latin typeface="Verdana"/>
              <a:cs typeface="Verdana"/>
            </a:endParaRPr>
          </a:p>
          <a:p>
            <a:pPr marR="1228725" algn="ctr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01</a:t>
            </a:r>
            <a:endParaRPr sz="2000">
              <a:latin typeface="Verdana"/>
              <a:cs typeface="Verdana"/>
            </a:endParaRPr>
          </a:p>
          <a:p>
            <a:pPr marR="1339850" algn="ctr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-01110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R="1278890" algn="ctr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00111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ug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44239" y="5010911"/>
            <a:ext cx="798830" cy="0"/>
          </a:xfrm>
          <a:custGeom>
            <a:avLst/>
            <a:gdLst/>
            <a:ahLst/>
            <a:cxnLst/>
            <a:rect l="l" t="t" r="r" b="b"/>
            <a:pathLst>
              <a:path w="798829">
                <a:moveTo>
                  <a:pt x="0" y="0"/>
                </a:moveTo>
                <a:lnTo>
                  <a:pt x="79857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44239" y="5599176"/>
            <a:ext cx="798830" cy="0"/>
          </a:xfrm>
          <a:custGeom>
            <a:avLst/>
            <a:gdLst/>
            <a:ahLst/>
            <a:cxnLst/>
            <a:rect l="l" t="t" r="r" b="b"/>
            <a:pathLst>
              <a:path w="798829">
                <a:moveTo>
                  <a:pt x="0" y="0"/>
                </a:moveTo>
                <a:lnTo>
                  <a:pt x="79857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4852" y="793512"/>
            <a:ext cx="673417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4419600" algn="l"/>
              </a:tabLst>
            </a:pPr>
            <a:r>
              <a:rPr sz="3200" b="1" spc="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10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52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73555" y="4161042"/>
            <a:ext cx="183768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7439" y="4161042"/>
            <a:ext cx="146367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7259" y="3262823"/>
            <a:ext cx="19367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7357" y="3262823"/>
            <a:ext cx="2228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4936" y="3249659"/>
            <a:ext cx="3035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75" baseline="-17543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3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4548" y="3262823"/>
            <a:ext cx="13525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3228" y="3262823"/>
            <a:ext cx="17907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1559" y="3262823"/>
            <a:ext cx="7391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5465" algn="l"/>
              </a:tabLst>
            </a:pPr>
            <a:r>
              <a:rPr sz="19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900" spc="-1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9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4832" y="3663696"/>
            <a:ext cx="76200" cy="384175"/>
          </a:xfrm>
          <a:custGeom>
            <a:avLst/>
            <a:gdLst/>
            <a:ahLst/>
            <a:cxnLst/>
            <a:rect l="l" t="t" r="r" b="b"/>
            <a:pathLst>
              <a:path w="76200" h="384175">
                <a:moveTo>
                  <a:pt x="39623" y="57911"/>
                </a:moveTo>
                <a:lnTo>
                  <a:pt x="33527" y="60959"/>
                </a:lnTo>
                <a:lnTo>
                  <a:pt x="33527" y="380999"/>
                </a:lnTo>
                <a:lnTo>
                  <a:pt x="39623" y="384047"/>
                </a:lnTo>
                <a:lnTo>
                  <a:pt x="42671" y="380999"/>
                </a:lnTo>
                <a:lnTo>
                  <a:pt x="42671" y="60959"/>
                </a:lnTo>
                <a:lnTo>
                  <a:pt x="39623" y="57911"/>
                </a:lnTo>
                <a:close/>
              </a:path>
              <a:path w="76200" h="384175">
                <a:moveTo>
                  <a:pt x="39623" y="0"/>
                </a:moveTo>
                <a:lnTo>
                  <a:pt x="0" y="76199"/>
                </a:lnTo>
                <a:lnTo>
                  <a:pt x="33527" y="76199"/>
                </a:lnTo>
                <a:lnTo>
                  <a:pt x="33527" y="60959"/>
                </a:lnTo>
                <a:lnTo>
                  <a:pt x="39623" y="57911"/>
                </a:lnTo>
                <a:lnTo>
                  <a:pt x="67421" y="57911"/>
                </a:lnTo>
                <a:lnTo>
                  <a:pt x="39623" y="0"/>
                </a:lnTo>
                <a:close/>
              </a:path>
              <a:path w="76200" h="384175">
                <a:moveTo>
                  <a:pt x="67421" y="57911"/>
                </a:moveTo>
                <a:lnTo>
                  <a:pt x="39623" y="57911"/>
                </a:lnTo>
                <a:lnTo>
                  <a:pt x="42671" y="60959"/>
                </a:lnTo>
                <a:lnTo>
                  <a:pt x="42671" y="76199"/>
                </a:lnTo>
                <a:lnTo>
                  <a:pt x="76199" y="76199"/>
                </a:lnTo>
                <a:lnTo>
                  <a:pt x="67421" y="57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4944" y="3700272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39623" y="57911"/>
                </a:moveTo>
                <a:lnTo>
                  <a:pt x="33527" y="64007"/>
                </a:lnTo>
                <a:lnTo>
                  <a:pt x="33527" y="380999"/>
                </a:lnTo>
                <a:lnTo>
                  <a:pt x="39623" y="387095"/>
                </a:lnTo>
                <a:lnTo>
                  <a:pt x="42671" y="380999"/>
                </a:lnTo>
                <a:lnTo>
                  <a:pt x="42671" y="64007"/>
                </a:lnTo>
                <a:lnTo>
                  <a:pt x="39623" y="57911"/>
                </a:lnTo>
                <a:close/>
              </a:path>
              <a:path w="76200" h="387350">
                <a:moveTo>
                  <a:pt x="39623" y="0"/>
                </a:moveTo>
                <a:lnTo>
                  <a:pt x="0" y="76199"/>
                </a:lnTo>
                <a:lnTo>
                  <a:pt x="33527" y="76199"/>
                </a:lnTo>
                <a:lnTo>
                  <a:pt x="33527" y="64007"/>
                </a:lnTo>
                <a:lnTo>
                  <a:pt x="39623" y="57911"/>
                </a:lnTo>
                <a:lnTo>
                  <a:pt x="67421" y="57911"/>
                </a:lnTo>
                <a:lnTo>
                  <a:pt x="39623" y="0"/>
                </a:lnTo>
                <a:close/>
              </a:path>
              <a:path w="76200" h="387350">
                <a:moveTo>
                  <a:pt x="67421" y="57911"/>
                </a:moveTo>
                <a:lnTo>
                  <a:pt x="39623" y="57911"/>
                </a:lnTo>
                <a:lnTo>
                  <a:pt x="42671" y="64007"/>
                </a:lnTo>
                <a:lnTo>
                  <a:pt x="42671" y="76199"/>
                </a:lnTo>
                <a:lnTo>
                  <a:pt x="76199" y="76199"/>
                </a:lnTo>
                <a:lnTo>
                  <a:pt x="67421" y="57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23232" y="2654808"/>
            <a:ext cx="76200" cy="460375"/>
          </a:xfrm>
          <a:custGeom>
            <a:avLst/>
            <a:gdLst/>
            <a:ahLst/>
            <a:cxnLst/>
            <a:rect l="l" t="t" r="r" b="b"/>
            <a:pathLst>
              <a:path w="76200" h="460375">
                <a:moveTo>
                  <a:pt x="33527" y="384047"/>
                </a:moveTo>
                <a:lnTo>
                  <a:pt x="0" y="384047"/>
                </a:lnTo>
                <a:lnTo>
                  <a:pt x="36575" y="460247"/>
                </a:lnTo>
                <a:lnTo>
                  <a:pt x="66690" y="402335"/>
                </a:lnTo>
                <a:lnTo>
                  <a:pt x="36575" y="402335"/>
                </a:lnTo>
                <a:lnTo>
                  <a:pt x="33527" y="399287"/>
                </a:lnTo>
                <a:lnTo>
                  <a:pt x="33527" y="384047"/>
                </a:lnTo>
                <a:close/>
              </a:path>
              <a:path w="76200" h="460375">
                <a:moveTo>
                  <a:pt x="36575" y="0"/>
                </a:moveTo>
                <a:lnTo>
                  <a:pt x="33527" y="3047"/>
                </a:lnTo>
                <a:lnTo>
                  <a:pt x="33527" y="399287"/>
                </a:lnTo>
                <a:lnTo>
                  <a:pt x="36575" y="402335"/>
                </a:lnTo>
                <a:lnTo>
                  <a:pt x="42671" y="399287"/>
                </a:lnTo>
                <a:lnTo>
                  <a:pt x="42671" y="3047"/>
                </a:lnTo>
                <a:lnTo>
                  <a:pt x="36575" y="0"/>
                </a:lnTo>
                <a:close/>
              </a:path>
              <a:path w="76200" h="460375">
                <a:moveTo>
                  <a:pt x="76199" y="384047"/>
                </a:moveTo>
                <a:lnTo>
                  <a:pt x="42671" y="384047"/>
                </a:lnTo>
                <a:lnTo>
                  <a:pt x="42671" y="399287"/>
                </a:lnTo>
                <a:lnTo>
                  <a:pt x="36575" y="402335"/>
                </a:lnTo>
                <a:lnTo>
                  <a:pt x="66690" y="402335"/>
                </a:lnTo>
                <a:lnTo>
                  <a:pt x="76199" y="384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8951" y="2657856"/>
            <a:ext cx="478790" cy="0"/>
          </a:xfrm>
          <a:custGeom>
            <a:avLst/>
            <a:gdLst/>
            <a:ahLst/>
            <a:cxnLst/>
            <a:rect l="l" t="t" r="r" b="b"/>
            <a:pathLst>
              <a:path w="478789">
                <a:moveTo>
                  <a:pt x="0" y="0"/>
                </a:moveTo>
                <a:lnTo>
                  <a:pt x="47853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29861" y="2195081"/>
            <a:ext cx="215455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56576" y="3712464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36575" y="57911"/>
                </a:moveTo>
                <a:lnTo>
                  <a:pt x="33527" y="64007"/>
                </a:lnTo>
                <a:lnTo>
                  <a:pt x="33527" y="380999"/>
                </a:lnTo>
                <a:lnTo>
                  <a:pt x="36575" y="387095"/>
                </a:lnTo>
                <a:lnTo>
                  <a:pt x="42671" y="380999"/>
                </a:lnTo>
                <a:lnTo>
                  <a:pt x="42671" y="64007"/>
                </a:lnTo>
                <a:lnTo>
                  <a:pt x="36575" y="57911"/>
                </a:lnTo>
                <a:close/>
              </a:path>
              <a:path w="76200" h="387350">
                <a:moveTo>
                  <a:pt x="36575" y="0"/>
                </a:moveTo>
                <a:lnTo>
                  <a:pt x="0" y="76199"/>
                </a:lnTo>
                <a:lnTo>
                  <a:pt x="33527" y="76199"/>
                </a:lnTo>
                <a:lnTo>
                  <a:pt x="33527" y="64007"/>
                </a:lnTo>
                <a:lnTo>
                  <a:pt x="36575" y="57911"/>
                </a:lnTo>
                <a:lnTo>
                  <a:pt x="66690" y="57911"/>
                </a:lnTo>
                <a:lnTo>
                  <a:pt x="36575" y="0"/>
                </a:lnTo>
                <a:close/>
              </a:path>
              <a:path w="76200" h="387350">
                <a:moveTo>
                  <a:pt x="66690" y="57911"/>
                </a:moveTo>
                <a:lnTo>
                  <a:pt x="36575" y="57911"/>
                </a:lnTo>
                <a:lnTo>
                  <a:pt x="42671" y="64007"/>
                </a:lnTo>
                <a:lnTo>
                  <a:pt x="42671" y="76199"/>
                </a:lnTo>
                <a:lnTo>
                  <a:pt x="76199" y="76199"/>
                </a:lnTo>
                <a:lnTo>
                  <a:pt x="66690" y="57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38041" y="4173234"/>
            <a:ext cx="156527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11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4852" y="793512"/>
            <a:ext cx="581342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23870" algn="l"/>
                <a:tab pos="3612515" algn="l"/>
                <a:tab pos="4023995" algn="l"/>
              </a:tabLst>
            </a:pP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2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-4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1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5954" y="1809799"/>
            <a:ext cx="6924675" cy="367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Fin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1950" spc="-30" baseline="-25641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950" baseline="-25641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988060" marR="5080" indent="-6096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of</a:t>
            </a:r>
            <a:r>
              <a:rPr sz="20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10,</a:t>
            </a:r>
            <a:endParaRPr sz="20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</a:pP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950" spc="-15" baseline="25641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950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97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950" spc="-15" baseline="25641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950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99</a:t>
            </a:r>
            <a:endParaRPr sz="20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62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He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1950" spc="-30" baseline="-25641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5641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baseline="-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62</a:t>
            </a:r>
            <a:r>
              <a:rPr sz="1950" spc="-30" baseline="-25641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950" baseline="-25641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12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852" y="787950"/>
            <a:ext cx="81743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31465" algn="l"/>
                <a:tab pos="3385820" algn="l"/>
                <a:tab pos="3769995" algn="l"/>
                <a:tab pos="5605145" algn="l"/>
                <a:tab pos="7763509" algn="l"/>
              </a:tabLst>
            </a:pP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	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f	a	N</a:t>
            </a:r>
            <a:r>
              <a:rPr sz="3000" b="1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r	(</a:t>
            </a:r>
            <a:r>
              <a:rPr sz="300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4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e	1</a:t>
            </a:r>
            <a:r>
              <a:rPr sz="30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9861" y="1806751"/>
            <a:ext cx="4321175" cy="77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Fin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13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9863" y="3025952"/>
            <a:ext cx="5755640" cy="229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927100" marR="5080">
              <a:lnSpc>
                <a:spcPct val="100000"/>
              </a:lnSpc>
              <a:spcBef>
                <a:spcPts val="1200"/>
              </a:spcBef>
              <a:tabLst>
                <a:tab pos="1795145" algn="l"/>
                <a:tab pos="2388870" algn="l"/>
                <a:tab pos="3556635" algn="l"/>
                <a:tab pos="4184015" algn="l"/>
                <a:tab pos="4528185" algn="l"/>
                <a:tab pos="5271770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8,</a:t>
            </a:r>
            <a:endParaRPr sz="20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</a:pP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950" spc="-15" baseline="25641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950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97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950" spc="-15" baseline="25641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2564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1950" spc="-22" baseline="-21367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spc="17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endParaRPr sz="1950" baseline="-21367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endParaRPr sz="1950" baseline="-21367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29274" y="3469145"/>
            <a:ext cx="1723389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3250" algn="l"/>
                <a:tab pos="1465580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4852" y="787950"/>
            <a:ext cx="81743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31465" algn="l"/>
                <a:tab pos="3385820" algn="l"/>
                <a:tab pos="3769995" algn="l"/>
                <a:tab pos="5605145" algn="l"/>
                <a:tab pos="7763509" algn="l"/>
              </a:tabLst>
            </a:pP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	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f	a	N</a:t>
            </a:r>
            <a:r>
              <a:rPr sz="3000" b="1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r	(</a:t>
            </a:r>
            <a:r>
              <a:rPr sz="300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4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e	2</a:t>
            </a:r>
            <a:r>
              <a:rPr sz="30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9861" y="1783600"/>
            <a:ext cx="763206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835150" algn="l"/>
                <a:tab pos="2282825" algn="l"/>
                <a:tab pos="2639060" algn="l"/>
                <a:tab pos="3644900" algn="l"/>
                <a:tab pos="4836795" algn="l"/>
                <a:tab pos="5485130" algn="l"/>
                <a:tab pos="6000750" algn="l"/>
                <a:tab pos="7310755" algn="l"/>
              </a:tabLst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sfo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rm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’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’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’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’s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9870" y="3016808"/>
            <a:ext cx="24314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15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6683" y="3460001"/>
            <a:ext cx="341058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1959" algn="l"/>
                <a:tab pos="868680" algn="l"/>
                <a:tab pos="1295400" algn="l"/>
                <a:tab pos="1725295" algn="l"/>
                <a:tab pos="2155190" algn="l"/>
                <a:tab pos="2581910" algn="l"/>
                <a:tab pos="3188335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9877" y="4374402"/>
            <a:ext cx="5855970" cy="119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8960">
              <a:lnSpc>
                <a:spcPct val="100000"/>
              </a:lnSpc>
              <a:tabLst>
                <a:tab pos="3447415" algn="l"/>
                <a:tab pos="3965575" algn="l"/>
                <a:tab pos="4395470" algn="l"/>
                <a:tab pos="4822190" algn="l"/>
                <a:tab pos="5252085" algn="l"/>
                <a:tab pos="5681345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41520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6575" y="329183"/>
                </a:lnTo>
                <a:lnTo>
                  <a:pt x="66690" y="271271"/>
                </a:lnTo>
                <a:lnTo>
                  <a:pt x="36575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6575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6575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6575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6575" y="271271"/>
                </a:lnTo>
                <a:lnTo>
                  <a:pt x="66690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22520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6575" y="329183"/>
                </a:lnTo>
                <a:lnTo>
                  <a:pt x="66690" y="271271"/>
                </a:lnTo>
                <a:lnTo>
                  <a:pt x="36575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6575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6575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6575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6575" y="271271"/>
                </a:lnTo>
                <a:lnTo>
                  <a:pt x="66690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58383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9623" y="329183"/>
                </a:lnTo>
                <a:lnTo>
                  <a:pt x="67421" y="271271"/>
                </a:lnTo>
                <a:lnTo>
                  <a:pt x="39623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9623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9623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9623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9623" y="271271"/>
                </a:lnTo>
                <a:lnTo>
                  <a:pt x="67421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15583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9623" y="329183"/>
                </a:lnTo>
                <a:lnTo>
                  <a:pt x="67421" y="271271"/>
                </a:lnTo>
                <a:lnTo>
                  <a:pt x="39623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9623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9623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9623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9623" y="271271"/>
                </a:lnTo>
                <a:lnTo>
                  <a:pt x="67421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36207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6575" y="329183"/>
                </a:lnTo>
                <a:lnTo>
                  <a:pt x="66690" y="271271"/>
                </a:lnTo>
                <a:lnTo>
                  <a:pt x="36575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6575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6575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6575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6575" y="271271"/>
                </a:lnTo>
                <a:lnTo>
                  <a:pt x="66690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35495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9623" y="329183"/>
                </a:lnTo>
                <a:lnTo>
                  <a:pt x="67421" y="271271"/>
                </a:lnTo>
                <a:lnTo>
                  <a:pt x="39623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9623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9623" y="271271"/>
                </a:lnTo>
                <a:lnTo>
                  <a:pt x="42671" y="265175"/>
                </a:lnTo>
                <a:lnTo>
                  <a:pt x="42671" y="6095"/>
                </a:lnTo>
                <a:lnTo>
                  <a:pt x="39623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2671" y="252983"/>
                </a:lnTo>
                <a:lnTo>
                  <a:pt x="42671" y="265175"/>
                </a:lnTo>
                <a:lnTo>
                  <a:pt x="39623" y="271271"/>
                </a:lnTo>
                <a:lnTo>
                  <a:pt x="67421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46976" y="3883152"/>
            <a:ext cx="76200" cy="329565"/>
          </a:xfrm>
          <a:custGeom>
            <a:avLst/>
            <a:gdLst/>
            <a:ahLst/>
            <a:cxnLst/>
            <a:rect l="l" t="t" r="r" b="b"/>
            <a:pathLst>
              <a:path w="76200" h="329564">
                <a:moveTo>
                  <a:pt x="33527" y="252983"/>
                </a:moveTo>
                <a:lnTo>
                  <a:pt x="0" y="252983"/>
                </a:lnTo>
                <a:lnTo>
                  <a:pt x="39623" y="329183"/>
                </a:lnTo>
                <a:lnTo>
                  <a:pt x="67421" y="271271"/>
                </a:lnTo>
                <a:lnTo>
                  <a:pt x="39623" y="271271"/>
                </a:lnTo>
                <a:lnTo>
                  <a:pt x="33527" y="265175"/>
                </a:lnTo>
                <a:lnTo>
                  <a:pt x="33527" y="252983"/>
                </a:lnTo>
                <a:close/>
              </a:path>
              <a:path w="76200" h="329564">
                <a:moveTo>
                  <a:pt x="39623" y="0"/>
                </a:moveTo>
                <a:lnTo>
                  <a:pt x="33527" y="6095"/>
                </a:lnTo>
                <a:lnTo>
                  <a:pt x="33527" y="265175"/>
                </a:lnTo>
                <a:lnTo>
                  <a:pt x="39623" y="271271"/>
                </a:lnTo>
                <a:lnTo>
                  <a:pt x="45719" y="265175"/>
                </a:lnTo>
                <a:lnTo>
                  <a:pt x="45719" y="6095"/>
                </a:lnTo>
                <a:lnTo>
                  <a:pt x="39623" y="0"/>
                </a:lnTo>
                <a:close/>
              </a:path>
              <a:path w="76200" h="329564">
                <a:moveTo>
                  <a:pt x="76199" y="252983"/>
                </a:moveTo>
                <a:lnTo>
                  <a:pt x="45719" y="252983"/>
                </a:lnTo>
                <a:lnTo>
                  <a:pt x="45719" y="265175"/>
                </a:lnTo>
                <a:lnTo>
                  <a:pt x="39623" y="271271"/>
                </a:lnTo>
                <a:lnTo>
                  <a:pt x="67421" y="271271"/>
                </a:lnTo>
                <a:lnTo>
                  <a:pt x="76199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4852" y="787950"/>
            <a:ext cx="69589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31465" algn="l"/>
                <a:tab pos="3385820" algn="l"/>
                <a:tab pos="3769995" algn="l"/>
                <a:tab pos="5282565" algn="l"/>
              </a:tabLst>
            </a:pP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	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f	a	</a:t>
            </a:r>
            <a:r>
              <a:rPr sz="3000" b="1" spc="11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y	N</a:t>
            </a:r>
            <a:r>
              <a:rPr sz="3000" b="1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14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806751"/>
            <a:ext cx="4719320" cy="842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11805" algn="l"/>
              </a:tabLst>
            </a:pPr>
            <a:r>
              <a:rPr sz="2000" b="1" spc="-1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-3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r>
              <a:rPr sz="2000" b="1" spc="170" dirty="0">
                <a:solidFill>
                  <a:srgbClr val="323232"/>
                </a:solidFill>
                <a:latin typeface="Arial"/>
                <a:cs typeface="Arial"/>
              </a:rPr>
              <a:t>v</a:t>
            </a:r>
            <a:r>
              <a:rPr sz="2000" b="1" spc="150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70" dirty="0">
                <a:solidFill>
                  <a:srgbClr val="323232"/>
                </a:solidFill>
                <a:latin typeface="Arial"/>
                <a:cs typeface="Arial"/>
              </a:rPr>
              <a:t>v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5" dirty="0">
                <a:solidFill>
                  <a:srgbClr val="323232"/>
                </a:solidFill>
                <a:latin typeface="Arial"/>
                <a:cs typeface="Arial"/>
              </a:rPr>
              <a:t>f</a:t>
            </a:r>
            <a:r>
              <a:rPr sz="2000" b="1" spc="150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w</a:t>
            </a:r>
            <a:r>
              <a:rPr sz="2000" b="1" spc="-14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200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g</a:t>
            </a:r>
            <a:r>
              <a:rPr sz="2000" b="1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-245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3</a:t>
            </a:r>
            <a:r>
              <a:rPr sz="2000" b="1" dirty="0">
                <a:solidFill>
                  <a:srgbClr val="323232"/>
                </a:solidFill>
                <a:latin typeface="Arial"/>
                <a:cs typeface="Arial"/>
              </a:rPr>
              <a:t>	</a:t>
            </a:r>
            <a:r>
              <a:rPr sz="2000" b="1" spc="5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20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175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5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-10" dirty="0">
                <a:solidFill>
                  <a:srgbClr val="323232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2050">
              <a:latin typeface="Times New Roman"/>
              <a:cs typeface="Times New Roman"/>
            </a:endParaRPr>
          </a:p>
          <a:p>
            <a:pPr marL="591185">
              <a:lnSpc>
                <a:spcPct val="100000"/>
              </a:lnSpc>
              <a:tabLst>
                <a:tab pos="1384935" algn="l"/>
                <a:tab pos="1900555" algn="l"/>
                <a:tab pos="2647315" algn="l"/>
                <a:tab pos="3284854" algn="l"/>
              </a:tabLst>
            </a:pP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15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0206" y="2395084"/>
            <a:ext cx="2718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4030" algn="l"/>
                <a:tab pos="1130935" algn="l"/>
                <a:tab pos="2286000" algn="l"/>
              </a:tabLst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ber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9777" y="2669404"/>
            <a:ext cx="3954779" cy="162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9" indent="544195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596900" marR="5080" indent="-544830">
              <a:lnSpc>
                <a:spcPct val="100000"/>
              </a:lnSpc>
              <a:tabLst>
                <a:tab pos="561340" algn="l"/>
                <a:tab pos="1259205" algn="l"/>
                <a:tab pos="1935480" algn="l"/>
                <a:tab pos="2423160" algn="l"/>
                <a:tab pos="3054350" algn="l"/>
              </a:tabLst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ber</a:t>
            </a:r>
            <a:r>
              <a:rPr sz="18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k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20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81965" algn="l"/>
                <a:tab pos="878205" algn="l"/>
                <a:tab pos="1704339" algn="l"/>
                <a:tab pos="2106930" algn="l"/>
                <a:tab pos="2466340" algn="l"/>
                <a:tab pos="3268345" algn="l"/>
                <a:tab pos="3707129" algn="l"/>
              </a:tabLst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ere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carry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1,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2025" y="3218045"/>
            <a:ext cx="55372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7671" y="3218045"/>
            <a:ext cx="565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36247" y="3218045"/>
            <a:ext cx="13620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0275" algn="l"/>
              </a:tabLst>
            </a:pPr>
            <a:r>
              <a:rPr sz="1800" spc="1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ch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2028" y="4041006"/>
            <a:ext cx="55372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2690" y="4041006"/>
            <a:ext cx="22072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2780" algn="l"/>
                <a:tab pos="1024255" algn="l"/>
                <a:tab pos="1475740" algn="l"/>
              </a:tabLst>
            </a:pP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obt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ain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2902" y="4315326"/>
            <a:ext cx="7669530" cy="135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0" marR="5080" indent="-79375">
              <a:lnSpc>
                <a:spcPct val="101099"/>
              </a:lnSpc>
            </a:pP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lt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;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ere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rec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ach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eg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ti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ign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io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dditi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pp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ach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4852" y="787950"/>
            <a:ext cx="825309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24250" algn="l"/>
                <a:tab pos="5239385" algn="l"/>
                <a:tab pos="5793740" algn="l"/>
              </a:tabLst>
            </a:pP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000" b="1" spc="3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000" b="1" spc="3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3000" b="1" spc="3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000" b="1" spc="3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d	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f	</a:t>
            </a:r>
            <a:r>
              <a:rPr sz="3000" b="1" spc="1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000" b="1" spc="3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000" b="1" spc="254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0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320" dirty="0">
                <a:solidFill>
                  <a:srgbClr val="FFFFFF"/>
                </a:solidFill>
                <a:latin typeface="Arial"/>
                <a:cs typeface="Arial"/>
              </a:rPr>
              <a:t>ra</a:t>
            </a:r>
            <a:r>
              <a:rPr sz="3000" b="1" spc="10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0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19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000" b="1" spc="2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721940"/>
            <a:ext cx="6811645" cy="1503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xa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1800" b="1" spc="19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44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92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44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ho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d.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ol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1800" b="1" spc="22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4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16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2909" y="3385685"/>
            <a:ext cx="8832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9037" y="3385685"/>
            <a:ext cx="235204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0903" y="3659033"/>
            <a:ext cx="3810000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66925" algn="l"/>
              </a:tabLst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spc="-15" baseline="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baseline="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7" baseline="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–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43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2908" y="4211694"/>
            <a:ext cx="4434205" cy="162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8700" algn="l"/>
                <a:tab pos="2122805" algn="l"/>
              </a:tabLst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4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56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1143000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13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ot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18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y)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028065" algn="l"/>
              </a:tabLst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(a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m)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67105" algn="l"/>
              </a:tabLst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4992" y="3650861"/>
            <a:ext cx="2114550" cy="108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4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may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be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ie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rma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4998" y="5025510"/>
            <a:ext cx="15132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95650" algn="l"/>
                <a:tab pos="5741035" algn="l"/>
                <a:tab pos="7764780" algn="l"/>
              </a:tabLst>
            </a:pPr>
            <a:r>
              <a:rPr spc="10" dirty="0"/>
              <a:t>C</a:t>
            </a:r>
            <a:r>
              <a:rPr spc="200" dirty="0"/>
              <a:t>o</a:t>
            </a:r>
            <a:r>
              <a:rPr dirty="0"/>
              <a:t>m</a:t>
            </a:r>
            <a:r>
              <a:rPr spc="-300" dirty="0"/>
              <a:t> </a:t>
            </a:r>
            <a:r>
              <a:rPr spc="250" dirty="0"/>
              <a:t>p</a:t>
            </a:r>
            <a:r>
              <a:rPr spc="175" dirty="0"/>
              <a:t>l</a:t>
            </a:r>
            <a:r>
              <a:rPr spc="285" dirty="0"/>
              <a:t>e</a:t>
            </a:r>
            <a:r>
              <a:rPr dirty="0"/>
              <a:t>m</a:t>
            </a:r>
            <a:r>
              <a:rPr spc="-300" dirty="0"/>
              <a:t> </a:t>
            </a:r>
            <a:r>
              <a:rPr spc="305" dirty="0"/>
              <a:t>e</a:t>
            </a:r>
            <a:r>
              <a:rPr spc="275" dirty="0"/>
              <a:t>n</a:t>
            </a:r>
            <a:r>
              <a:rPr spc="335" dirty="0"/>
              <a:t>t</a:t>
            </a:r>
            <a:r>
              <a:rPr spc="310" dirty="0"/>
              <a:t>a</a:t>
            </a:r>
            <a:r>
              <a:rPr spc="275" dirty="0"/>
              <a:t>r</a:t>
            </a:r>
            <a:r>
              <a:rPr dirty="0"/>
              <a:t>y	</a:t>
            </a:r>
            <a:r>
              <a:rPr spc="120" dirty="0"/>
              <a:t>S</a:t>
            </a:r>
            <a:r>
              <a:rPr spc="275" dirty="0"/>
              <a:t>u</a:t>
            </a:r>
            <a:r>
              <a:rPr spc="250" dirty="0"/>
              <a:t>b</a:t>
            </a:r>
            <a:r>
              <a:rPr dirty="0"/>
              <a:t>t</a:t>
            </a:r>
            <a:r>
              <a:rPr spc="-445" dirty="0"/>
              <a:t> </a:t>
            </a:r>
            <a:r>
              <a:rPr spc="300" dirty="0"/>
              <a:t>r</a:t>
            </a:r>
            <a:r>
              <a:rPr spc="310" dirty="0"/>
              <a:t>a</a:t>
            </a:r>
            <a:r>
              <a:rPr spc="85" dirty="0"/>
              <a:t>c</a:t>
            </a:r>
            <a:r>
              <a:rPr dirty="0"/>
              <a:t>t</a:t>
            </a:r>
            <a:r>
              <a:rPr spc="-445" dirty="0"/>
              <a:t> </a:t>
            </a:r>
            <a:r>
              <a:rPr spc="175" dirty="0"/>
              <a:t>i</a:t>
            </a:r>
            <a:r>
              <a:rPr spc="200" dirty="0"/>
              <a:t>o</a:t>
            </a:r>
            <a:r>
              <a:rPr dirty="0"/>
              <a:t>n	(</a:t>
            </a:r>
            <a:r>
              <a:rPr spc="-180" dirty="0"/>
              <a:t> </a:t>
            </a:r>
            <a:r>
              <a:rPr spc="45" dirty="0"/>
              <a:t>E</a:t>
            </a:r>
            <a:r>
              <a:rPr spc="310" dirty="0"/>
              <a:t>xa</a:t>
            </a:r>
            <a:r>
              <a:rPr dirty="0"/>
              <a:t>m</a:t>
            </a:r>
            <a:r>
              <a:rPr spc="-300" dirty="0"/>
              <a:t> </a:t>
            </a:r>
            <a:r>
              <a:rPr spc="250" dirty="0"/>
              <a:t>p</a:t>
            </a:r>
            <a:r>
              <a:rPr spc="175" dirty="0"/>
              <a:t>l</a:t>
            </a:r>
            <a:r>
              <a:rPr dirty="0"/>
              <a:t>e	1</a:t>
            </a:r>
            <a:r>
              <a:rPr spc="-375" dirty="0"/>
              <a:t> 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75688" y="5803391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58216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1303" y="5355335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58216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0572" y="1907868"/>
            <a:ext cx="68116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xa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44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18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44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ho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d.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ol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1800" b="1" spc="22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4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17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0573" y="3300341"/>
            <a:ext cx="8832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8997" y="3300341"/>
            <a:ext cx="2348865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0863" y="3573689"/>
            <a:ext cx="1650364" cy="8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1800" spc="-15" baseline="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baseline="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7" baseline="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35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35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64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0574" y="4671942"/>
            <a:ext cx="1634489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89990" algn="l"/>
              </a:tabLst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18</a:t>
            </a:r>
            <a:endParaRPr sz="1800">
              <a:latin typeface="Verdana"/>
              <a:cs typeface="Verdana"/>
            </a:endParaRPr>
          </a:p>
          <a:p>
            <a:pPr marL="1064260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1618" y="4946262"/>
            <a:ext cx="154686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endParaRPr sz="1800">
              <a:latin typeface="Verdana"/>
              <a:cs typeface="Verdana"/>
            </a:endParaRPr>
          </a:p>
          <a:p>
            <a:pPr marL="667385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spc="20" dirty="0">
                <a:solidFill>
                  <a:srgbClr val="323232"/>
                </a:solidFill>
                <a:latin typeface="Verdana"/>
                <a:cs typeface="Verdana"/>
              </a:rPr>
              <a:t>5)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3200" y="5494902"/>
            <a:ext cx="3181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82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96339" y="3323560"/>
            <a:ext cx="78803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ep</a:t>
            </a:r>
            <a:r>
              <a:rPr sz="1600" spc="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: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0974" y="3323560"/>
            <a:ext cx="3025140" cy="96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ce</a:t>
            </a:r>
            <a:r>
              <a:rPr sz="1600" spc="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-3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ry,</a:t>
            </a:r>
            <a:endParaRPr sz="1600">
              <a:latin typeface="Verdana"/>
              <a:cs typeface="Verdana"/>
            </a:endParaRPr>
          </a:p>
          <a:p>
            <a:pPr marL="98425" marR="5080">
              <a:lnSpc>
                <a:spcPct val="100000"/>
              </a:lnSpc>
            </a:pP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eme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and</a:t>
            </a:r>
            <a:r>
              <a:rPr sz="16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atta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ch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spc="1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ati</a:t>
            </a: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to</a:t>
            </a:r>
            <a:endParaRPr sz="1600">
              <a:latin typeface="Verdana"/>
              <a:cs typeface="Verdana"/>
            </a:endParaRPr>
          </a:p>
          <a:p>
            <a:pPr marL="98425">
              <a:lnSpc>
                <a:spcPct val="100000"/>
              </a:lnSpc>
              <a:spcBef>
                <a:spcPts val="25"/>
              </a:spcBef>
            </a:pP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tai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ult.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6337" y="4545809"/>
            <a:ext cx="65913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ult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3515" y="4545809"/>
            <a:ext cx="1292860" cy="47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16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600" spc="1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2)</a:t>
            </a:r>
            <a:endParaRPr sz="1600">
              <a:latin typeface="Verdana"/>
              <a:cs typeface="Verdana"/>
            </a:endParaRPr>
          </a:p>
          <a:p>
            <a:pPr marL="94615">
              <a:lnSpc>
                <a:spcPct val="100000"/>
              </a:lnSpc>
            </a:pP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17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96337" y="5280378"/>
            <a:ext cx="4119245" cy="47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-2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ul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6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-2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6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600" spc="-5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16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n: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0741" y="6011898"/>
            <a:ext cx="143573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16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600" spc="1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6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600" spc="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-17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95650" algn="l"/>
                <a:tab pos="5741035" algn="l"/>
                <a:tab pos="7764780" algn="l"/>
              </a:tabLst>
            </a:pPr>
            <a:r>
              <a:rPr spc="10" dirty="0"/>
              <a:t>C</a:t>
            </a:r>
            <a:r>
              <a:rPr spc="200" dirty="0"/>
              <a:t>o</a:t>
            </a:r>
            <a:r>
              <a:rPr dirty="0"/>
              <a:t>m</a:t>
            </a:r>
            <a:r>
              <a:rPr spc="-300" dirty="0"/>
              <a:t> </a:t>
            </a:r>
            <a:r>
              <a:rPr spc="250" dirty="0"/>
              <a:t>p</a:t>
            </a:r>
            <a:r>
              <a:rPr spc="175" dirty="0"/>
              <a:t>l</a:t>
            </a:r>
            <a:r>
              <a:rPr spc="285" dirty="0"/>
              <a:t>e</a:t>
            </a:r>
            <a:r>
              <a:rPr dirty="0"/>
              <a:t>m</a:t>
            </a:r>
            <a:r>
              <a:rPr spc="-300" dirty="0"/>
              <a:t> </a:t>
            </a:r>
            <a:r>
              <a:rPr spc="305" dirty="0"/>
              <a:t>e</a:t>
            </a:r>
            <a:r>
              <a:rPr spc="275" dirty="0"/>
              <a:t>n</a:t>
            </a:r>
            <a:r>
              <a:rPr spc="335" dirty="0"/>
              <a:t>t</a:t>
            </a:r>
            <a:r>
              <a:rPr spc="310" dirty="0"/>
              <a:t>a</a:t>
            </a:r>
            <a:r>
              <a:rPr spc="275" dirty="0"/>
              <a:t>r</a:t>
            </a:r>
            <a:r>
              <a:rPr dirty="0"/>
              <a:t>y	</a:t>
            </a:r>
            <a:r>
              <a:rPr spc="120" dirty="0"/>
              <a:t>S</a:t>
            </a:r>
            <a:r>
              <a:rPr spc="275" dirty="0"/>
              <a:t>u</a:t>
            </a:r>
            <a:r>
              <a:rPr spc="250" dirty="0"/>
              <a:t>b</a:t>
            </a:r>
            <a:r>
              <a:rPr dirty="0"/>
              <a:t>t</a:t>
            </a:r>
            <a:r>
              <a:rPr spc="-445" dirty="0"/>
              <a:t> </a:t>
            </a:r>
            <a:r>
              <a:rPr spc="300" dirty="0"/>
              <a:t>r</a:t>
            </a:r>
            <a:r>
              <a:rPr spc="310" dirty="0"/>
              <a:t>a</a:t>
            </a:r>
            <a:r>
              <a:rPr spc="85" dirty="0"/>
              <a:t>c</a:t>
            </a:r>
            <a:r>
              <a:rPr dirty="0"/>
              <a:t>t</a:t>
            </a:r>
            <a:r>
              <a:rPr spc="-445" dirty="0"/>
              <a:t> </a:t>
            </a:r>
            <a:r>
              <a:rPr spc="175" dirty="0"/>
              <a:t>i</a:t>
            </a:r>
            <a:r>
              <a:rPr spc="200" dirty="0"/>
              <a:t>o</a:t>
            </a:r>
            <a:r>
              <a:rPr dirty="0"/>
              <a:t>n	(</a:t>
            </a:r>
            <a:r>
              <a:rPr spc="-180" dirty="0"/>
              <a:t> </a:t>
            </a:r>
            <a:r>
              <a:rPr spc="45" dirty="0"/>
              <a:t>E</a:t>
            </a:r>
            <a:r>
              <a:rPr spc="310" dirty="0"/>
              <a:t>xa</a:t>
            </a:r>
            <a:r>
              <a:rPr dirty="0"/>
              <a:t>m</a:t>
            </a:r>
            <a:r>
              <a:rPr spc="-300" dirty="0"/>
              <a:t> </a:t>
            </a:r>
            <a:r>
              <a:rPr spc="250" dirty="0"/>
              <a:t>p</a:t>
            </a:r>
            <a:r>
              <a:rPr spc="175" dirty="0"/>
              <a:t>l</a:t>
            </a:r>
            <a:r>
              <a:rPr dirty="0"/>
              <a:t>e	2</a:t>
            </a:r>
            <a:r>
              <a:rPr spc="-375" dirty="0"/>
              <a:t> 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5952" y="1792044"/>
            <a:ext cx="6666865" cy="459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xa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469900" marR="5080">
              <a:lnSpc>
                <a:spcPct val="100000"/>
              </a:lnSpc>
              <a:spcBef>
                <a:spcPts val="1200"/>
              </a:spcBef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011100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spc="202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3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baseline="-23148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1011100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spc="165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92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baseline="-23148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od.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ol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1800" b="1" spc="22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4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1011100</a:t>
            </a:r>
            <a:endParaRPr sz="1800">
              <a:latin typeface="Verdana"/>
              <a:cs typeface="Verdana"/>
            </a:endParaRPr>
          </a:p>
          <a:p>
            <a:pPr marL="368935">
              <a:lnSpc>
                <a:spcPct val="100000"/>
              </a:lnSpc>
              <a:tabLst>
                <a:tab pos="1740535" algn="l"/>
              </a:tabLst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+100011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5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0111000)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448309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10100011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6"/>
              </a:spcBef>
            </a:pPr>
            <a:endParaRPr sz="1850">
              <a:latin typeface="Times New Roman"/>
              <a:cs typeface="Times New Roman"/>
            </a:endParaRPr>
          </a:p>
          <a:p>
            <a:pPr marL="1582420">
              <a:lnSpc>
                <a:spcPct val="100000"/>
              </a:lnSpc>
              <a:tabLst>
                <a:tab pos="1889760" algn="l"/>
              </a:tabLst>
            </a:pP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-15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(a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1)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530225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0100100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575945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0100100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75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36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0719" y="5077967"/>
            <a:ext cx="786765" cy="76200"/>
          </a:xfrm>
          <a:custGeom>
            <a:avLst/>
            <a:gdLst/>
            <a:ahLst/>
            <a:cxnLst/>
            <a:rect l="l" t="t" r="r" b="b"/>
            <a:pathLst>
              <a:path w="786764" h="76200">
                <a:moveTo>
                  <a:pt x="737615" y="0"/>
                </a:moveTo>
                <a:lnTo>
                  <a:pt x="737615" y="76199"/>
                </a:lnTo>
                <a:lnTo>
                  <a:pt x="782319" y="42671"/>
                </a:lnTo>
                <a:lnTo>
                  <a:pt x="749807" y="42671"/>
                </a:lnTo>
                <a:lnTo>
                  <a:pt x="752855" y="39623"/>
                </a:lnTo>
                <a:lnTo>
                  <a:pt x="749807" y="33527"/>
                </a:lnTo>
                <a:lnTo>
                  <a:pt x="778881" y="33527"/>
                </a:lnTo>
                <a:lnTo>
                  <a:pt x="737615" y="0"/>
                </a:lnTo>
                <a:close/>
              </a:path>
              <a:path w="786764" h="76200">
                <a:moveTo>
                  <a:pt x="737615" y="33527"/>
                </a:moveTo>
                <a:lnTo>
                  <a:pt x="3047" y="33527"/>
                </a:lnTo>
                <a:lnTo>
                  <a:pt x="0" y="39623"/>
                </a:lnTo>
                <a:lnTo>
                  <a:pt x="3047" y="42671"/>
                </a:lnTo>
                <a:lnTo>
                  <a:pt x="737615" y="42671"/>
                </a:lnTo>
                <a:lnTo>
                  <a:pt x="737615" y="33527"/>
                </a:lnTo>
                <a:close/>
              </a:path>
              <a:path w="786764" h="76200">
                <a:moveTo>
                  <a:pt x="778881" y="33527"/>
                </a:moveTo>
                <a:lnTo>
                  <a:pt x="749807" y="33527"/>
                </a:lnTo>
                <a:lnTo>
                  <a:pt x="752855" y="39623"/>
                </a:lnTo>
                <a:lnTo>
                  <a:pt x="749807" y="42671"/>
                </a:lnTo>
                <a:lnTo>
                  <a:pt x="782319" y="42671"/>
                </a:lnTo>
                <a:lnTo>
                  <a:pt x="786383" y="39623"/>
                </a:lnTo>
                <a:lnTo>
                  <a:pt x="77888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0719" y="4675632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9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8904" y="5327904"/>
            <a:ext cx="1097280" cy="0"/>
          </a:xfrm>
          <a:custGeom>
            <a:avLst/>
            <a:gdLst/>
            <a:ahLst/>
            <a:cxnLst/>
            <a:rect l="l" t="t" r="r" b="b"/>
            <a:pathLst>
              <a:path w="1097280">
                <a:moveTo>
                  <a:pt x="109727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0616" y="4200144"/>
            <a:ext cx="1100455" cy="0"/>
          </a:xfrm>
          <a:custGeom>
            <a:avLst/>
            <a:gdLst/>
            <a:ahLst/>
            <a:cxnLst/>
            <a:rect l="l" t="t" r="r" b="b"/>
            <a:pathLst>
              <a:path w="1100455">
                <a:moveTo>
                  <a:pt x="110032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17191" y="5986272"/>
            <a:ext cx="1097280" cy="0"/>
          </a:xfrm>
          <a:custGeom>
            <a:avLst/>
            <a:gdLst/>
            <a:ahLst/>
            <a:cxnLst/>
            <a:rect l="l" t="t" r="r" b="b"/>
            <a:pathLst>
              <a:path w="1097280">
                <a:moveTo>
                  <a:pt x="109727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4852" y="743134"/>
            <a:ext cx="846010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224280" algn="l"/>
                <a:tab pos="1736725" algn="l"/>
                <a:tab pos="3317240" algn="l"/>
                <a:tab pos="4388485" algn="l"/>
                <a:tab pos="7202805" algn="l"/>
              </a:tabLst>
            </a:pPr>
            <a:r>
              <a:rPr sz="2400" b="1" spc="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2400" b="1" spc="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ra</a:t>
            </a:r>
            <a:r>
              <a:rPr sz="2400" b="1" spc="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6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	</a:t>
            </a:r>
            <a:r>
              <a:rPr sz="2400" b="1" spc="2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2400" b="1" spc="27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 (</a:t>
            </a: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	1</a:t>
            </a:r>
            <a:r>
              <a:rPr sz="24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18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53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99488" y="4059935"/>
            <a:ext cx="984885" cy="0"/>
          </a:xfrm>
          <a:custGeom>
            <a:avLst/>
            <a:gdLst/>
            <a:ahLst/>
            <a:cxnLst/>
            <a:rect l="l" t="t" r="r" b="b"/>
            <a:pathLst>
              <a:path w="984885">
                <a:moveTo>
                  <a:pt x="0" y="0"/>
                </a:moveTo>
                <a:lnTo>
                  <a:pt x="9845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3016" y="4611623"/>
            <a:ext cx="984885" cy="0"/>
          </a:xfrm>
          <a:custGeom>
            <a:avLst/>
            <a:gdLst/>
            <a:ahLst/>
            <a:cxnLst/>
            <a:rect l="l" t="t" r="r" b="b"/>
            <a:pathLst>
              <a:path w="984885">
                <a:moveTo>
                  <a:pt x="0" y="0"/>
                </a:moveTo>
                <a:lnTo>
                  <a:pt x="9845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19858" y="1770708"/>
            <a:ext cx="5944870" cy="94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1800" b="1" spc="200" dirty="0">
                <a:solidFill>
                  <a:srgbClr val="323232"/>
                </a:solidFill>
                <a:latin typeface="Arial"/>
                <a:cs typeface="Arial"/>
              </a:rPr>
              <a:t>xa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1800" b="1" spc="-204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1099"/>
              </a:lnSpc>
              <a:spcBef>
                <a:spcPts val="1175"/>
              </a:spcBef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Su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bt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rac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10001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spc="202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1800" spc="-3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baseline="-23148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010010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7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18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baseline="-23148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ary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et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od.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19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9856" y="3023437"/>
            <a:ext cx="157416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ol</a:t>
            </a:r>
            <a:r>
              <a:rPr sz="1800" b="1" spc="170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1800" b="1" spc="220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1800" b="1" spc="14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561340" algn="ctr">
              <a:lnSpc>
                <a:spcPct val="100000"/>
              </a:lnSpc>
              <a:spcBef>
                <a:spcPts val="1200"/>
              </a:spcBef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010010</a:t>
            </a:r>
            <a:endParaRPr sz="1800">
              <a:latin typeface="Verdana"/>
              <a:cs typeface="Verdana"/>
            </a:endParaRPr>
          </a:p>
          <a:p>
            <a:pPr marL="484505" algn="ctr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+011100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6737" y="3711821"/>
            <a:ext cx="29102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100011)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1568" y="4260462"/>
            <a:ext cx="7072630" cy="2027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6910">
              <a:lnSpc>
                <a:spcPct val="100000"/>
              </a:lnSpc>
            </a:pP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101110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3352165" algn="l"/>
              </a:tabLst>
            </a:pP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ere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carr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we</a:t>
            </a:r>
            <a:r>
              <a:rPr sz="18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ach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eg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ti</a:t>
            </a:r>
            <a:r>
              <a:rPr sz="1800" spc="-2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ig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it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.</a:t>
            </a:r>
            <a:r>
              <a:rPr sz="18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1800" spc="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ce,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6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es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01000</a:t>
            </a:r>
            <a:r>
              <a:rPr sz="18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37" baseline="-23148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5" dirty="0">
                <a:solidFill>
                  <a:srgbClr val="323232"/>
                </a:solidFill>
                <a:latin typeface="Verdana"/>
                <a:cs typeface="Verdana"/>
              </a:rPr>
              <a:t>ple</a:t>
            </a:r>
            <a:r>
              <a:rPr sz="18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18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10111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800" spc="-7" baseline="-23148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1329055">
              <a:lnSpc>
                <a:spcPct val="100000"/>
              </a:lnSpc>
            </a:pPr>
            <a:r>
              <a:rPr sz="18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18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1800" spc="-10" dirty="0">
                <a:solidFill>
                  <a:srgbClr val="323232"/>
                </a:solidFill>
                <a:latin typeface="Verdana"/>
                <a:cs typeface="Verdana"/>
              </a:rPr>
              <a:t>17</a:t>
            </a:r>
            <a:r>
              <a:rPr sz="1800" spc="-15" baseline="-23148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1800" baseline="-23148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4852" y="743134"/>
            <a:ext cx="846010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224280" algn="l"/>
                <a:tab pos="1736725" algn="l"/>
                <a:tab pos="3317240" algn="l"/>
                <a:tab pos="4388485" algn="l"/>
                <a:tab pos="7202805" algn="l"/>
              </a:tabLst>
            </a:pPr>
            <a:r>
              <a:rPr sz="2400" b="1" spc="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2400" b="1" spc="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ra</a:t>
            </a:r>
            <a:r>
              <a:rPr sz="2400" b="1" spc="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6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	</a:t>
            </a:r>
            <a:r>
              <a:rPr sz="2400" b="1" spc="2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</a:t>
            </a:r>
            <a:r>
              <a:rPr sz="2400" b="1" spc="27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 (</a:t>
            </a: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2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	2</a:t>
            </a:r>
            <a:r>
              <a:rPr sz="24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789696"/>
            <a:ext cx="5589270" cy="2564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ow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s: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1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20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708" y="784368"/>
            <a:ext cx="470598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3117" y="1669591"/>
            <a:ext cx="5643245" cy="149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1001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21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5708" y="784368"/>
            <a:ext cx="761555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4874260" algn="l"/>
                <a:tab pos="7177405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200" b="1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6137" y="6356046"/>
            <a:ext cx="17062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10" dirty="0">
                <a:solidFill>
                  <a:srgbClr val="4D4D4D"/>
                </a:solidFill>
                <a:latin typeface="Arial"/>
                <a:cs typeface="Arial"/>
              </a:rPr>
              <a:t>(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Con</a:t>
            </a:r>
            <a:r>
              <a:rPr sz="1200" i="1" dirty="0">
                <a:solidFill>
                  <a:srgbClr val="4D4D4D"/>
                </a:solidFill>
                <a:latin typeface="Arial"/>
                <a:cs typeface="Arial"/>
              </a:rPr>
              <a:t>t</a:t>
            </a:r>
            <a:r>
              <a:rPr sz="1200" i="1" spc="-30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nu</a:t>
            </a:r>
            <a:r>
              <a:rPr sz="1200" i="1" spc="-20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1200" i="1" dirty="0">
                <a:solidFill>
                  <a:srgbClr val="4D4D4D"/>
                </a:solidFill>
                <a:latin typeface="Arial"/>
                <a:cs typeface="Arial"/>
              </a:rPr>
              <a:t>d</a:t>
            </a:r>
            <a:r>
              <a:rPr sz="1200" i="1" spc="30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1200" i="1" dirty="0">
                <a:solidFill>
                  <a:srgbClr val="4D4D4D"/>
                </a:solidFill>
                <a:latin typeface="Arial"/>
                <a:cs typeface="Arial"/>
              </a:rPr>
              <a:t>n</a:t>
            </a:r>
            <a:r>
              <a:rPr sz="1200" i="1" spc="10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ne</a:t>
            </a:r>
            <a:r>
              <a:rPr sz="1200" i="1" spc="-25" dirty="0">
                <a:solidFill>
                  <a:srgbClr val="4D4D4D"/>
                </a:solidFill>
                <a:latin typeface="Arial"/>
                <a:cs typeface="Arial"/>
              </a:rPr>
              <a:t>x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t</a:t>
            </a:r>
            <a:r>
              <a:rPr sz="1200" i="1" spc="30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D4D4D"/>
                </a:solidFill>
                <a:latin typeface="Arial"/>
                <a:cs typeface="Arial"/>
              </a:rPr>
              <a:t>s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l</a:t>
            </a:r>
            <a:r>
              <a:rPr sz="1200" i="1" spc="-30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1200" i="1" spc="-5" dirty="0">
                <a:solidFill>
                  <a:srgbClr val="4D4D4D"/>
                </a:solidFill>
                <a:latin typeface="Arial"/>
                <a:cs typeface="Arial"/>
              </a:rPr>
              <a:t>de)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14727" y="3281186"/>
          <a:ext cx="7119620" cy="3014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53"/>
                <a:gridCol w="1232718"/>
                <a:gridCol w="33204"/>
                <a:gridCol w="3127413"/>
                <a:gridCol w="2660109"/>
              </a:tblGrid>
              <a:tr h="908290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635" marR="17780" indent="176530">
                        <a:lnSpc>
                          <a:spcPct val="15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x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 marR="1303020" indent="23495">
                        <a:lnSpc>
                          <a:spcPct val="15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nd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er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500903"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22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ro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du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Pa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al</a:t>
                      </a:r>
                      <a:r>
                        <a:rPr sz="2000" spc="22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ro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du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</a:pP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00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Pa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al</a:t>
                      </a:r>
                      <a:r>
                        <a:rPr sz="2000" spc="22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ro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du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471408"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Pa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al</a:t>
                      </a:r>
                      <a:r>
                        <a:rPr sz="2000" spc="22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ro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du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515111"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1010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</a:pP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20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0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20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000" spc="22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0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20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du</a:t>
                      </a:r>
                      <a:r>
                        <a:rPr sz="20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6591" y="4633290"/>
            <a:ext cx="22402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400" spc="-2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4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400" spc="2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40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400" spc="25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4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400" spc="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t)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88335" y="4126991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12135" y="5212079"/>
            <a:ext cx="1377950" cy="0"/>
          </a:xfrm>
          <a:custGeom>
            <a:avLst/>
            <a:gdLst/>
            <a:ahLst/>
            <a:cxnLst/>
            <a:rect l="l" t="t" r="r" b="b"/>
            <a:pathLst>
              <a:path w="1377950">
                <a:moveTo>
                  <a:pt x="0" y="0"/>
                </a:moveTo>
                <a:lnTo>
                  <a:pt x="137769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93847" y="5919216"/>
            <a:ext cx="1417320" cy="0"/>
          </a:xfrm>
          <a:custGeom>
            <a:avLst/>
            <a:gdLst/>
            <a:ahLst/>
            <a:cxnLst/>
            <a:rect l="l" t="t" r="r" b="b"/>
            <a:pathLst>
              <a:path w="1417320">
                <a:moveTo>
                  <a:pt x="0" y="0"/>
                </a:moveTo>
                <a:lnTo>
                  <a:pt x="141731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06118" y="4298010"/>
            <a:ext cx="1311910" cy="683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510">
              <a:lnSpc>
                <a:spcPts val="2830"/>
              </a:lnSpc>
            </a:pP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400" spc="-35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ts val="2830"/>
              </a:lnSpc>
            </a:pP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400" spc="-3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-30" dirty="0">
                <a:solidFill>
                  <a:srgbClr val="323232"/>
                </a:solidFill>
                <a:latin typeface="Verdana"/>
                <a:cs typeface="Verdana"/>
              </a:rPr>
              <a:t>SS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22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6118" y="5361763"/>
            <a:ext cx="1384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400" spc="-3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400" spc="-3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044" y="1500761"/>
            <a:ext cx="8638540" cy="245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(</a:t>
            </a:r>
            <a:r>
              <a:rPr sz="1000" i="1" spc="-1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1000" i="1" spc="40" dirty="0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1000" i="1" spc="85" dirty="0">
                <a:solidFill>
                  <a:srgbClr val="4D4D4D"/>
                </a:solidFill>
                <a:latin typeface="Arial"/>
                <a:cs typeface="Arial"/>
              </a:rPr>
              <a:t>n</a:t>
            </a:r>
            <a:r>
              <a:rPr sz="1000" i="1" spc="125" dirty="0">
                <a:solidFill>
                  <a:srgbClr val="4D4D4D"/>
                </a:solidFill>
                <a:latin typeface="Arial"/>
                <a:cs typeface="Arial"/>
              </a:rPr>
              <a:t>t</a:t>
            </a:r>
            <a:r>
              <a:rPr sz="1000" i="1" spc="60" dirty="0">
                <a:solidFill>
                  <a:srgbClr val="4D4D4D"/>
                </a:solidFill>
                <a:latin typeface="Arial"/>
                <a:cs typeface="Arial"/>
              </a:rPr>
              <a:t>in</a:t>
            </a:r>
            <a:r>
              <a:rPr sz="1000" i="1" spc="85" dirty="0">
                <a:solidFill>
                  <a:srgbClr val="4D4D4D"/>
                </a:solidFill>
                <a:latin typeface="Arial"/>
                <a:cs typeface="Arial"/>
              </a:rPr>
              <a:t>u</a:t>
            </a:r>
            <a:r>
              <a:rPr sz="1000" i="1" spc="40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d</a:t>
            </a:r>
            <a:r>
              <a:rPr sz="1000" i="1" spc="12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4D4D4D"/>
                </a:solidFill>
                <a:latin typeface="Arial"/>
                <a:cs typeface="Arial"/>
              </a:rPr>
              <a:t>f</a:t>
            </a:r>
            <a:r>
              <a:rPr sz="1000" i="1" spc="90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1000" i="1" spc="35" dirty="0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m </a:t>
            </a:r>
            <a:r>
              <a:rPr sz="1000" i="1" spc="-5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4D4D4D"/>
                </a:solidFill>
                <a:latin typeface="Arial"/>
                <a:cs typeface="Arial"/>
              </a:rPr>
              <a:t>p</a:t>
            </a:r>
            <a:r>
              <a:rPr sz="1000" i="1" spc="90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1000" i="1" spc="15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1000" i="1" spc="90" dirty="0">
                <a:solidFill>
                  <a:srgbClr val="4D4D4D"/>
                </a:solidFill>
                <a:latin typeface="Arial"/>
                <a:cs typeface="Arial"/>
              </a:rPr>
              <a:t>v</a:t>
            </a:r>
            <a:r>
              <a:rPr sz="1000" i="1" spc="60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1000" i="1" spc="35" dirty="0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1000" i="1" spc="85" dirty="0">
                <a:solidFill>
                  <a:srgbClr val="4D4D4D"/>
                </a:solidFill>
                <a:latin typeface="Arial"/>
                <a:cs typeface="Arial"/>
              </a:rPr>
              <a:t>u</a:t>
            </a: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s</a:t>
            </a:r>
            <a:r>
              <a:rPr sz="1000" i="1" spc="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s</a:t>
            </a:r>
            <a:r>
              <a:rPr sz="1000" i="1" spc="60" dirty="0">
                <a:solidFill>
                  <a:srgbClr val="4D4D4D"/>
                </a:solidFill>
                <a:latin typeface="Arial"/>
                <a:cs typeface="Arial"/>
              </a:rPr>
              <a:t>li</a:t>
            </a:r>
            <a:r>
              <a:rPr sz="1000" i="1" spc="65" dirty="0">
                <a:solidFill>
                  <a:srgbClr val="4D4D4D"/>
                </a:solidFill>
                <a:latin typeface="Arial"/>
                <a:cs typeface="Arial"/>
              </a:rPr>
              <a:t>d</a:t>
            </a:r>
            <a:r>
              <a:rPr sz="1000" i="1" spc="40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1000" i="1" spc="75" dirty="0">
                <a:solidFill>
                  <a:srgbClr val="4D4D4D"/>
                </a:solidFill>
                <a:latin typeface="Arial"/>
                <a:cs typeface="Arial"/>
              </a:rPr>
              <a:t>..</a:t>
            </a:r>
            <a:r>
              <a:rPr sz="1000" i="1" dirty="0">
                <a:solidFill>
                  <a:srgbClr val="4D4D4D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800">
              <a:latin typeface="Times New Roman"/>
              <a:cs typeface="Times New Roman"/>
            </a:endParaRPr>
          </a:p>
          <a:p>
            <a:pPr marL="822960" marR="5080">
              <a:lnSpc>
                <a:spcPct val="100000"/>
              </a:lnSpc>
              <a:tabLst>
                <a:tab pos="3648710" algn="l"/>
              </a:tabLst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ul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z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2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.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ce,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484120" marR="5185410" indent="139700">
              <a:lnSpc>
                <a:spcPct val="107500"/>
              </a:lnSpc>
              <a:spcBef>
                <a:spcPts val="1689"/>
              </a:spcBef>
            </a:pP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400" spc="-35" dirty="0">
                <a:solidFill>
                  <a:srgbClr val="323232"/>
                </a:solidFill>
                <a:latin typeface="Verdana"/>
                <a:cs typeface="Verdana"/>
              </a:rPr>
              <a:t>10</a:t>
            </a:r>
            <a:r>
              <a:rPr sz="24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400" spc="-10" dirty="0">
                <a:solidFill>
                  <a:srgbClr val="323232"/>
                </a:solidFill>
                <a:latin typeface="Verdana"/>
                <a:cs typeface="Verdana"/>
              </a:rPr>
              <a:t>1001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5708" y="784368"/>
            <a:ext cx="761555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4874260" algn="l"/>
                <a:tab pos="7177405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8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200" b="1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68939"/>
            <a:ext cx="5076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125" indent="-116205">
              <a:lnSpc>
                <a:spcPct val="100000"/>
              </a:lnSpc>
            </a:pPr>
            <a:r>
              <a:rPr spc="-20" dirty="0"/>
              <a:t>T</a:t>
            </a:r>
            <a:r>
              <a:rPr spc="-15" dirty="0"/>
              <a:t>a</a:t>
            </a:r>
            <a:r>
              <a:rPr spc="-10" dirty="0"/>
              <a:t>b</a:t>
            </a:r>
            <a:r>
              <a:rPr spc="15" dirty="0"/>
              <a:t>l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fo</a:t>
            </a:r>
            <a:r>
              <a:rPr spc="-10" dirty="0"/>
              <a:t>r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d</a:t>
            </a:r>
            <a:r>
              <a:rPr spc="15" dirty="0"/>
              <a:t>i</a:t>
            </a:r>
            <a:r>
              <a:rPr spc="-15" dirty="0"/>
              <a:t>v</a:t>
            </a:r>
            <a:r>
              <a:rPr spc="15" dirty="0"/>
              <a:t>i</a:t>
            </a:r>
            <a:r>
              <a:rPr spc="-45" dirty="0"/>
              <a:t>s</a:t>
            </a:r>
            <a:r>
              <a:rPr spc="15" dirty="0"/>
              <a:t>i</a:t>
            </a:r>
            <a:r>
              <a:rPr spc="-25" dirty="0"/>
              <a:t>o</a:t>
            </a:r>
            <a:r>
              <a:rPr spc="-15" dirty="0"/>
              <a:t>n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spc="15" dirty="0"/>
              <a:t>i</a:t>
            </a:r>
            <a:r>
              <a:rPr spc="-15" dirty="0"/>
              <a:t>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as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f</a:t>
            </a:r>
            <a:r>
              <a:rPr spc="-25" dirty="0"/>
              <a:t>o</a:t>
            </a:r>
            <a:r>
              <a:rPr spc="-5" dirty="0"/>
              <a:t>l</a:t>
            </a:r>
            <a:r>
              <a:rPr spc="15" dirty="0"/>
              <a:t>l</a:t>
            </a:r>
            <a:r>
              <a:rPr spc="-25" dirty="0"/>
              <a:t>ow</a:t>
            </a:r>
            <a:r>
              <a:rPr spc="-20" dirty="0"/>
              <a:t>s:</a:t>
            </a:r>
          </a:p>
          <a:p>
            <a:pPr marL="363855">
              <a:lnSpc>
                <a:spcPct val="100000"/>
              </a:lnSpc>
              <a:spcBef>
                <a:spcPts val="18"/>
              </a:spcBef>
            </a:pPr>
            <a:endParaRPr sz="2050">
              <a:latin typeface="Times New Roman"/>
              <a:cs typeface="Times New Roman"/>
            </a:endParaRPr>
          </a:p>
          <a:p>
            <a:pPr marL="492125" marR="3876040">
              <a:lnSpc>
                <a:spcPct val="100000"/>
              </a:lnSpc>
            </a:pPr>
            <a:r>
              <a:rPr spc="-15" dirty="0"/>
              <a:t>0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Symbol"/>
                <a:cs typeface="Symbol"/>
              </a:rPr>
              <a:t>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5" dirty="0"/>
              <a:t>0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=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20" dirty="0"/>
              <a:t>D</a:t>
            </a:r>
            <a:r>
              <a:rPr spc="15" dirty="0"/>
              <a:t>i</a:t>
            </a:r>
            <a:r>
              <a:rPr spc="-15" dirty="0"/>
              <a:t>v</a:t>
            </a:r>
            <a:r>
              <a:rPr spc="15" dirty="0"/>
              <a:t>i</a:t>
            </a:r>
            <a:r>
              <a:rPr spc="-10" dirty="0"/>
              <a:t>d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z</a:t>
            </a:r>
            <a:r>
              <a:rPr spc="-30" dirty="0"/>
              <a:t>e</a:t>
            </a:r>
            <a:r>
              <a:rPr dirty="0"/>
              <a:t>r</a:t>
            </a:r>
            <a:r>
              <a:rPr spc="-15" dirty="0"/>
              <a:t>o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spc="-5" dirty="0"/>
              <a:t>e</a:t>
            </a:r>
            <a:r>
              <a:rPr spc="-25" dirty="0"/>
              <a:t>rr</a:t>
            </a:r>
            <a:r>
              <a:rPr dirty="0"/>
              <a:t>or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15" dirty="0"/>
              <a:t>0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Symbol"/>
                <a:cs typeface="Symbol"/>
              </a:rPr>
              <a:t>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5" dirty="0"/>
              <a:t>1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=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5" dirty="0"/>
              <a:t>0</a:t>
            </a:r>
          </a:p>
          <a:p>
            <a:pPr marL="492125" marR="3876040">
              <a:lnSpc>
                <a:spcPct val="100000"/>
              </a:lnSpc>
            </a:pPr>
            <a:r>
              <a:rPr spc="-15" dirty="0"/>
              <a:t>1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Symbol"/>
                <a:cs typeface="Symbol"/>
              </a:rPr>
              <a:t>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5" dirty="0"/>
              <a:t>0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=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20" dirty="0"/>
              <a:t>D</a:t>
            </a:r>
            <a:r>
              <a:rPr spc="15" dirty="0"/>
              <a:t>i</a:t>
            </a:r>
            <a:r>
              <a:rPr spc="-15" dirty="0"/>
              <a:t>v</a:t>
            </a:r>
            <a:r>
              <a:rPr spc="15" dirty="0"/>
              <a:t>i</a:t>
            </a:r>
            <a:r>
              <a:rPr spc="-10" dirty="0"/>
              <a:t>d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z</a:t>
            </a:r>
            <a:r>
              <a:rPr spc="-30" dirty="0"/>
              <a:t>e</a:t>
            </a:r>
            <a:r>
              <a:rPr dirty="0"/>
              <a:t>r</a:t>
            </a:r>
            <a:r>
              <a:rPr spc="-15" dirty="0"/>
              <a:t>o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spc="-5" dirty="0"/>
              <a:t>e</a:t>
            </a:r>
            <a:r>
              <a:rPr spc="-25" dirty="0"/>
              <a:t>rr</a:t>
            </a:r>
            <a:r>
              <a:rPr dirty="0"/>
              <a:t>or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15" dirty="0"/>
              <a:t>1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Symbol"/>
                <a:cs typeface="Symbol"/>
              </a:rPr>
              <a:t>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5" dirty="0"/>
              <a:t>1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=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5" dirty="0"/>
              <a:t>1</a:t>
            </a:r>
          </a:p>
          <a:p>
            <a:pPr marL="363855">
              <a:lnSpc>
                <a:spcPct val="100000"/>
              </a:lnSpc>
              <a:spcBef>
                <a:spcPts val="9"/>
              </a:spcBef>
            </a:pPr>
            <a:endParaRPr sz="2100">
              <a:latin typeface="Times New Roman"/>
              <a:cs typeface="Times New Roman"/>
            </a:endParaRPr>
          </a:p>
          <a:p>
            <a:pPr marL="492125" marR="5080">
              <a:lnSpc>
                <a:spcPct val="100000"/>
              </a:lnSpc>
            </a:pPr>
            <a:r>
              <a:rPr spc="-10" dirty="0"/>
              <a:t>A</a:t>
            </a:r>
            <a:r>
              <a:rPr spc="-15" dirty="0"/>
              <a:t>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15" dirty="0"/>
              <a:t>i</a:t>
            </a:r>
            <a:r>
              <a:rPr spc="-15" dirty="0"/>
              <a:t>n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30" dirty="0"/>
              <a:t>t</a:t>
            </a:r>
            <a:r>
              <a:rPr spc="-5" dirty="0"/>
              <a:t>h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/>
              <a:t>d</a:t>
            </a:r>
            <a:r>
              <a:rPr spc="-30" dirty="0"/>
              <a:t>e</a:t>
            </a:r>
            <a:r>
              <a:rPr spc="-25" dirty="0"/>
              <a:t>c</a:t>
            </a:r>
            <a:r>
              <a:rPr spc="15" dirty="0"/>
              <a:t>i</a:t>
            </a:r>
            <a:r>
              <a:rPr spc="-15" dirty="0"/>
              <a:t>m</a:t>
            </a:r>
            <a:r>
              <a:rPr spc="-10" dirty="0"/>
              <a:t>al</a:t>
            </a:r>
            <a:r>
              <a:rPr spc="225" dirty="0">
                <a:latin typeface="Times New Roman"/>
                <a:cs typeface="Times New Roman"/>
              </a:rPr>
              <a:t> </a:t>
            </a:r>
            <a:r>
              <a:rPr spc="-30" dirty="0"/>
              <a:t>n</a:t>
            </a:r>
            <a:r>
              <a:rPr spc="-5" dirty="0"/>
              <a:t>u</a:t>
            </a:r>
            <a:r>
              <a:rPr spc="-15" dirty="0"/>
              <a:t>mb</a:t>
            </a:r>
            <a:r>
              <a:rPr spc="-30" dirty="0"/>
              <a:t>e</a:t>
            </a:r>
            <a:r>
              <a:rPr spc="-10" dirty="0"/>
              <a:t>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s</a:t>
            </a:r>
            <a:r>
              <a:rPr spc="-15" dirty="0"/>
              <a:t>y</a:t>
            </a:r>
            <a:r>
              <a:rPr spc="-25" dirty="0"/>
              <a:t>s</a:t>
            </a:r>
            <a:r>
              <a:rPr spc="-5" dirty="0"/>
              <a:t>te</a:t>
            </a:r>
            <a:r>
              <a:rPr spc="-20" dirty="0"/>
              <a:t>m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5" dirty="0"/>
              <a:t>(</a:t>
            </a:r>
            <a:r>
              <a:rPr dirty="0"/>
              <a:t>o</a:t>
            </a:r>
            <a:r>
              <a:rPr spc="-10" dirty="0"/>
              <a:t>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15" dirty="0"/>
              <a:t>i</a:t>
            </a:r>
            <a:r>
              <a:rPr spc="-15" dirty="0"/>
              <a:t>n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5" dirty="0"/>
              <a:t>a</a:t>
            </a:r>
            <a:r>
              <a:rPr spc="-5" dirty="0"/>
              <a:t>n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20" dirty="0"/>
              <a:t>o</a:t>
            </a:r>
            <a:r>
              <a:rPr spc="-10" dirty="0"/>
              <a:t>th</a:t>
            </a:r>
            <a:r>
              <a:rPr spc="-30" dirty="0"/>
              <a:t>e</a:t>
            </a:r>
            <a:r>
              <a:rPr spc="-10" dirty="0"/>
              <a:t>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5" dirty="0"/>
              <a:t>nu</a:t>
            </a:r>
            <a:r>
              <a:rPr spc="-15" dirty="0"/>
              <a:t>mb</a:t>
            </a:r>
            <a:r>
              <a:rPr spc="-5" dirty="0"/>
              <a:t>e</a:t>
            </a:r>
            <a:r>
              <a:rPr spc="-10" dirty="0"/>
              <a:t>r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30" dirty="0"/>
              <a:t>s</a:t>
            </a:r>
            <a:r>
              <a:rPr spc="-15" dirty="0"/>
              <a:t>y</a:t>
            </a:r>
            <a:r>
              <a:rPr spc="-25" dirty="0"/>
              <a:t>s</a:t>
            </a:r>
            <a:r>
              <a:rPr spc="-5" dirty="0"/>
              <a:t>t</a:t>
            </a:r>
            <a:r>
              <a:rPr spc="-30" dirty="0"/>
              <a:t>e</a:t>
            </a:r>
            <a:r>
              <a:rPr spc="10" dirty="0"/>
              <a:t>m</a:t>
            </a:r>
            <a:r>
              <a:rPr spc="-5" dirty="0"/>
              <a:t>)</a:t>
            </a:r>
            <a:r>
              <a:rPr spc="-10" dirty="0"/>
              <a:t>,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spc="-10" dirty="0"/>
              <a:t>d</a:t>
            </a:r>
            <a:r>
              <a:rPr spc="15" dirty="0"/>
              <a:t>i</a:t>
            </a:r>
            <a:r>
              <a:rPr spc="-15" dirty="0"/>
              <a:t>v</a:t>
            </a:r>
            <a:r>
              <a:rPr spc="15" dirty="0"/>
              <a:t>i</a:t>
            </a:r>
            <a:r>
              <a:rPr spc="-45" dirty="0"/>
              <a:t>s</a:t>
            </a:r>
            <a:r>
              <a:rPr spc="15" dirty="0"/>
              <a:t>i</a:t>
            </a:r>
            <a:r>
              <a:rPr spc="-25" dirty="0"/>
              <a:t>o</a:t>
            </a:r>
            <a:r>
              <a:rPr spc="-15" dirty="0"/>
              <a:t>n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z</a:t>
            </a:r>
            <a:r>
              <a:rPr spc="-30" dirty="0"/>
              <a:t>e</a:t>
            </a:r>
            <a:r>
              <a:rPr dirty="0"/>
              <a:t>r</a:t>
            </a:r>
            <a:r>
              <a:rPr spc="-15" dirty="0"/>
              <a:t>o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spc="15" dirty="0"/>
              <a:t>i</a:t>
            </a:r>
            <a:r>
              <a:rPr spc="-15" dirty="0"/>
              <a:t>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15" dirty="0"/>
              <a:t>a</a:t>
            </a:r>
            <a:r>
              <a:rPr spc="-5" dirty="0"/>
              <a:t>n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35" dirty="0"/>
              <a:t>g</a:t>
            </a:r>
            <a:r>
              <a:rPr spc="15" dirty="0"/>
              <a:t>l</a:t>
            </a:r>
            <a:r>
              <a:rPr spc="-30" dirty="0"/>
              <a:t>e</a:t>
            </a:r>
            <a:r>
              <a:rPr spc="-25" dirty="0"/>
              <a:t>ss</a:t>
            </a:r>
          </a:p>
          <a:p>
            <a:pPr marL="363855"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492125" marR="164465">
              <a:lnSpc>
                <a:spcPct val="100000"/>
              </a:lnSpc>
            </a:pPr>
            <a:r>
              <a:rPr spc="-20" dirty="0"/>
              <a:t>T</a:t>
            </a:r>
            <a:r>
              <a:rPr spc="-5" dirty="0"/>
              <a:t>h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-25" dirty="0"/>
              <a:t>o</a:t>
            </a:r>
            <a:r>
              <a:rPr spc="-15" dirty="0"/>
              <a:t>mp</a:t>
            </a:r>
            <a:r>
              <a:rPr spc="-5" dirty="0"/>
              <a:t>ut</a:t>
            </a:r>
            <a:r>
              <a:rPr spc="-30" dirty="0"/>
              <a:t>e</a:t>
            </a:r>
            <a:r>
              <a:rPr spc="-10" dirty="0"/>
              <a:t>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15" dirty="0"/>
              <a:t>d</a:t>
            </a:r>
            <a:r>
              <a:rPr spc="-30" dirty="0"/>
              <a:t>e</a:t>
            </a:r>
            <a:r>
              <a:rPr spc="-15" dirty="0"/>
              <a:t>a</a:t>
            </a:r>
            <a:r>
              <a:rPr spc="15" dirty="0"/>
              <a:t>l</a:t>
            </a:r>
            <a:r>
              <a:rPr spc="-15" dirty="0"/>
              <a:t>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25" dirty="0"/>
              <a:t>w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-15" dirty="0"/>
              <a:t>h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30" dirty="0"/>
              <a:t>h</a:t>
            </a:r>
            <a:r>
              <a:rPr spc="15" dirty="0"/>
              <a:t>i</a:t>
            </a:r>
            <a:r>
              <a:rPr spc="-15" dirty="0"/>
              <a:t>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/>
              <a:t>p</a:t>
            </a:r>
            <a:r>
              <a:rPr spc="-30" dirty="0"/>
              <a:t>ro</a:t>
            </a:r>
            <a:r>
              <a:rPr spc="-10" dirty="0"/>
              <a:t>b</a:t>
            </a:r>
            <a:r>
              <a:rPr spc="15" dirty="0"/>
              <a:t>l</a:t>
            </a:r>
            <a:r>
              <a:rPr spc="-30" dirty="0"/>
              <a:t>e</a:t>
            </a:r>
            <a:r>
              <a:rPr spc="-20" dirty="0"/>
              <a:t>m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-15" dirty="0"/>
              <a:t>y</a:t>
            </a:r>
            <a:r>
              <a:rPr spc="220" dirty="0">
                <a:latin typeface="Times New Roman"/>
                <a:cs typeface="Times New Roman"/>
              </a:rPr>
              <a:t> </a:t>
            </a:r>
            <a:r>
              <a:rPr spc="-25" dirty="0"/>
              <a:t>r</a:t>
            </a:r>
            <a:r>
              <a:rPr spc="-15" dirty="0"/>
              <a:t>a</a:t>
            </a:r>
            <a:r>
              <a:rPr spc="15" dirty="0"/>
              <a:t>i</a:t>
            </a:r>
            <a:r>
              <a:rPr spc="-25" dirty="0"/>
              <a:t>s</a:t>
            </a:r>
            <a:r>
              <a:rPr spc="-5" dirty="0"/>
              <a:t>i</a:t>
            </a:r>
            <a:r>
              <a:rPr spc="-30" dirty="0"/>
              <a:t>n</a:t>
            </a:r>
            <a:r>
              <a:rPr spc="-15" dirty="0"/>
              <a:t>g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/>
              <a:t>an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30" dirty="0"/>
              <a:t>er</a:t>
            </a:r>
            <a:r>
              <a:rPr dirty="0"/>
              <a:t>r</a:t>
            </a:r>
            <a:r>
              <a:rPr spc="-25" dirty="0"/>
              <a:t>or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/>
              <a:t>co</a:t>
            </a:r>
            <a:r>
              <a:rPr spc="-5" dirty="0"/>
              <a:t>nd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25" dirty="0"/>
              <a:t>o</a:t>
            </a:r>
            <a:r>
              <a:rPr spc="-15" dirty="0"/>
              <a:t>n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spc="-25" dirty="0"/>
              <a:t>c</a:t>
            </a:r>
            <a:r>
              <a:rPr spc="-15" dirty="0"/>
              <a:t>a</a:t>
            </a:r>
            <a:r>
              <a:rPr spc="-5" dirty="0"/>
              <a:t>l</a:t>
            </a:r>
            <a:r>
              <a:rPr spc="15" dirty="0"/>
              <a:t>l</a:t>
            </a:r>
            <a:r>
              <a:rPr spc="-30" dirty="0"/>
              <a:t>e</a:t>
            </a:r>
            <a:r>
              <a:rPr spc="-15" dirty="0"/>
              <a:t>d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15" dirty="0"/>
              <a:t>‘</a:t>
            </a:r>
            <a:r>
              <a:rPr spc="-20" dirty="0"/>
              <a:t>D</a:t>
            </a:r>
            <a:r>
              <a:rPr spc="15" dirty="0"/>
              <a:t>i</a:t>
            </a:r>
            <a:r>
              <a:rPr spc="-45" dirty="0"/>
              <a:t>v</a:t>
            </a:r>
            <a:r>
              <a:rPr spc="15" dirty="0"/>
              <a:t>i</a:t>
            </a:r>
            <a:r>
              <a:rPr spc="-10" dirty="0"/>
              <a:t>d</a:t>
            </a:r>
            <a:r>
              <a:rPr spc="-15" dirty="0"/>
              <a:t>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/>
              <a:t>b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z</a:t>
            </a:r>
            <a:r>
              <a:rPr spc="-30" dirty="0"/>
              <a:t>e</a:t>
            </a:r>
            <a:r>
              <a:rPr dirty="0"/>
              <a:t>r</a:t>
            </a:r>
            <a:r>
              <a:rPr spc="-25" dirty="0"/>
              <a:t>o</a:t>
            </a:r>
            <a:r>
              <a:rPr spc="-10" dirty="0"/>
              <a:t>’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spc="-30" dirty="0"/>
              <a:t>e</a:t>
            </a:r>
            <a:r>
              <a:rPr dirty="0"/>
              <a:t>r</a:t>
            </a:r>
            <a:r>
              <a:rPr spc="-25" dirty="0"/>
              <a:t>r</a:t>
            </a:r>
            <a:r>
              <a:rPr dirty="0"/>
              <a:t>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23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708" y="771668"/>
            <a:ext cx="3427729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792744"/>
            <a:ext cx="7633970" cy="210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FF3200"/>
              </a:buClr>
              <a:buFont typeface="Verdana"/>
              <a:buAutoNum type="arabicPeriod"/>
              <a:tabLst>
                <a:tab pos="469900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endParaRPr sz="2000">
              <a:latin typeface="Verdana"/>
              <a:cs typeface="Verdana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200"/>
              </a:spcBef>
              <a:buClr>
                <a:srgbClr val="FF3200"/>
              </a:buClr>
              <a:buFont typeface="Verdana"/>
              <a:buAutoNum type="arabicPeriod"/>
              <a:tabLst>
                <a:tab pos="469900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endParaRPr sz="2000">
              <a:latin typeface="Verdana"/>
              <a:cs typeface="Verdana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200"/>
              </a:spcBef>
              <a:buClr>
                <a:srgbClr val="FF3200"/>
              </a:buClr>
              <a:buFont typeface="Verdana"/>
              <a:buAutoNum type="arabicPeriod"/>
              <a:tabLst>
                <a:tab pos="469900" algn="l"/>
              </a:tabLst>
            </a:pP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oss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put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qu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co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24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2909" y="4078746"/>
            <a:ext cx="6858000" cy="1040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8255" indent="-457200">
              <a:lnSpc>
                <a:spcPct val="100000"/>
              </a:lnSpc>
              <a:buClr>
                <a:srgbClr val="FF3200"/>
              </a:buClr>
              <a:buFont typeface="Verdana"/>
              <a:buAutoNum type="arabicPeriod" startAt="4"/>
              <a:tabLst>
                <a:tab pos="469900" algn="l"/>
                <a:tab pos="865505" algn="l"/>
                <a:tab pos="2503805" algn="l"/>
                <a:tab pos="2908935" algn="l"/>
                <a:tab pos="3524885" algn="l"/>
                <a:tab pos="4754880" algn="l"/>
                <a:tab pos="5918200" algn="l"/>
              </a:tabLst>
            </a:pP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oss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qu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Clr>
                <a:srgbClr val="FF3200"/>
              </a:buClr>
              <a:buFont typeface="Verdana"/>
              <a:buAutoNum type="arabicPeriod" startAt="4"/>
              <a:tabLst>
                <a:tab pos="469900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xt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55900" y="4078746"/>
            <a:ext cx="59944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0108" y="5145547"/>
            <a:ext cx="680529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972185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.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roc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ng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5708" y="784368"/>
            <a:ext cx="56153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00910" algn="l"/>
                <a:tab pos="3815079" algn="l"/>
              </a:tabLst>
            </a:pPr>
            <a:r>
              <a:rPr sz="3200" b="1" spc="1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14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2492" y="1709215"/>
            <a:ext cx="3062605" cy="923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100001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endParaRPr sz="1950" baseline="-21367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2497" y="2928416"/>
            <a:ext cx="117983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2263" y="3297935"/>
            <a:ext cx="93345" cy="433070"/>
          </a:xfrm>
          <a:custGeom>
            <a:avLst/>
            <a:gdLst/>
            <a:ahLst/>
            <a:cxnLst/>
            <a:rect l="l" t="t" r="r" b="b"/>
            <a:pathLst>
              <a:path w="93344" h="433070">
                <a:moveTo>
                  <a:pt x="12191" y="0"/>
                </a:moveTo>
                <a:lnTo>
                  <a:pt x="42464" y="32034"/>
                </a:lnTo>
                <a:lnTo>
                  <a:pt x="65641" y="69006"/>
                </a:lnTo>
                <a:lnTo>
                  <a:pt x="81759" y="110002"/>
                </a:lnTo>
                <a:lnTo>
                  <a:pt x="90854" y="154106"/>
                </a:lnTo>
                <a:lnTo>
                  <a:pt x="92963" y="200405"/>
                </a:lnTo>
                <a:lnTo>
                  <a:pt x="91410" y="224092"/>
                </a:lnTo>
                <a:lnTo>
                  <a:pt x="83109" y="271969"/>
                </a:lnTo>
                <a:lnTo>
                  <a:pt x="67913" y="319754"/>
                </a:lnTo>
                <a:lnTo>
                  <a:pt x="45859" y="366533"/>
                </a:lnTo>
                <a:lnTo>
                  <a:pt x="16984" y="411392"/>
                </a:lnTo>
                <a:lnTo>
                  <a:pt x="0" y="43281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93342" y="2960848"/>
            <a:ext cx="54102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01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2046" y="6088098"/>
            <a:ext cx="2819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323232"/>
                </a:solidFill>
                <a:latin typeface="Verdana"/>
                <a:cs typeface="Verdana"/>
              </a:rPr>
              <a:t>11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43911" y="6409944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>
                <a:moveTo>
                  <a:pt x="0" y="0"/>
                </a:moveTo>
                <a:lnTo>
                  <a:pt x="78943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32126" y="6103339"/>
            <a:ext cx="112585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1600" dirty="0">
                <a:solidFill>
                  <a:srgbClr val="323232"/>
                </a:solidFill>
                <a:latin typeface="Verdana"/>
                <a:cs typeface="Verdana"/>
              </a:rPr>
              <a:t>em</a:t>
            </a:r>
            <a:r>
              <a:rPr sz="1600" spc="-10" dirty="0">
                <a:solidFill>
                  <a:srgbClr val="323232"/>
                </a:solidFill>
                <a:latin typeface="Verdana"/>
                <a:cs typeface="Verdana"/>
              </a:rPr>
              <a:t>ain</a:t>
            </a:r>
            <a:r>
              <a:rPr sz="1600" spc="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1600" spc="-25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3526" y="2937629"/>
            <a:ext cx="1226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23232"/>
                </a:solidFill>
                <a:latin typeface="Verdana"/>
                <a:cs typeface="Verdana"/>
              </a:rPr>
              <a:t>(Q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otie</a:t>
            </a:r>
            <a:r>
              <a:rPr sz="18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1800" spc="10" dirty="0">
                <a:solidFill>
                  <a:srgbClr val="323232"/>
                </a:solidFill>
                <a:latin typeface="Verdana"/>
                <a:cs typeface="Verdana"/>
              </a:rPr>
              <a:t>t)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05200" y="3791711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6575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6575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6575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6575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5200" y="4151376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9623"/>
                </a:lnTo>
                <a:lnTo>
                  <a:pt x="76199" y="76199"/>
                </a:lnTo>
                <a:lnTo>
                  <a:pt x="76199" y="45719"/>
                </a:lnTo>
                <a:lnTo>
                  <a:pt x="64007" y="45719"/>
                </a:lnTo>
                <a:lnTo>
                  <a:pt x="57911" y="39623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9623"/>
                </a:lnTo>
                <a:lnTo>
                  <a:pt x="64007" y="45719"/>
                </a:lnTo>
                <a:lnTo>
                  <a:pt x="76199" y="45719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5719"/>
                </a:lnTo>
                <a:lnTo>
                  <a:pt x="545591" y="45719"/>
                </a:lnTo>
                <a:lnTo>
                  <a:pt x="548639" y="39623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20439" y="4477511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6575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6575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6575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6575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0920" y="4818888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9623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9623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9623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9623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50920" y="5163311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6575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6575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6575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6575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50920" y="5486400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6575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6575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6575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6575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50920" y="5772911"/>
            <a:ext cx="548640" cy="76200"/>
          </a:xfrm>
          <a:custGeom>
            <a:avLst/>
            <a:gdLst/>
            <a:ahLst/>
            <a:cxnLst/>
            <a:rect l="l" t="t" r="r" b="b"/>
            <a:pathLst>
              <a:path w="548639" h="76200">
                <a:moveTo>
                  <a:pt x="76199" y="0"/>
                </a:moveTo>
                <a:lnTo>
                  <a:pt x="0" y="36575"/>
                </a:lnTo>
                <a:lnTo>
                  <a:pt x="76199" y="76199"/>
                </a:lnTo>
                <a:lnTo>
                  <a:pt x="76199" y="42671"/>
                </a:lnTo>
                <a:lnTo>
                  <a:pt x="64007" y="42671"/>
                </a:lnTo>
                <a:lnTo>
                  <a:pt x="57911" y="36575"/>
                </a:lnTo>
                <a:lnTo>
                  <a:pt x="64007" y="33527"/>
                </a:lnTo>
                <a:lnTo>
                  <a:pt x="76199" y="33527"/>
                </a:lnTo>
                <a:lnTo>
                  <a:pt x="76199" y="0"/>
                </a:lnTo>
                <a:close/>
              </a:path>
              <a:path w="548639" h="76200">
                <a:moveTo>
                  <a:pt x="76199" y="33527"/>
                </a:moveTo>
                <a:lnTo>
                  <a:pt x="64007" y="33527"/>
                </a:lnTo>
                <a:lnTo>
                  <a:pt x="57911" y="36575"/>
                </a:lnTo>
                <a:lnTo>
                  <a:pt x="64007" y="42671"/>
                </a:lnTo>
                <a:lnTo>
                  <a:pt x="76199" y="42671"/>
                </a:lnTo>
                <a:lnTo>
                  <a:pt x="76199" y="33527"/>
                </a:lnTo>
                <a:close/>
              </a:path>
              <a:path w="548639" h="76200">
                <a:moveTo>
                  <a:pt x="545591" y="33527"/>
                </a:moveTo>
                <a:lnTo>
                  <a:pt x="76199" y="33527"/>
                </a:lnTo>
                <a:lnTo>
                  <a:pt x="76199" y="42671"/>
                </a:lnTo>
                <a:lnTo>
                  <a:pt x="545591" y="42671"/>
                </a:lnTo>
                <a:lnTo>
                  <a:pt x="548639" y="36575"/>
                </a:lnTo>
                <a:lnTo>
                  <a:pt x="545591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5708" y="784368"/>
            <a:ext cx="634047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8139" algn="l"/>
                <a:tab pos="3596640" algn="l"/>
                <a:tab pos="5902325" algn="l"/>
              </a:tabLst>
            </a:pPr>
            <a:r>
              <a:rPr sz="3200" b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200" b="1" spc="18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3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200" b="1" spc="3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200" b="1" spc="20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200" b="1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25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57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708532" y="3302508"/>
          <a:ext cx="7469505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469"/>
                <a:gridCol w="126998"/>
                <a:gridCol w="59945"/>
                <a:gridCol w="821944"/>
                <a:gridCol w="1229746"/>
                <a:gridCol w="4780160"/>
              </a:tblGrid>
              <a:tr h="35988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0001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65534"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14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6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18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er</a:t>
                      </a:r>
                      <a:r>
                        <a:rPr sz="1600" spc="18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ha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so</a:t>
                      </a:r>
                      <a:r>
                        <a:rPr sz="16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14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q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40077"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1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14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600" spc="15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1600" spc="17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ed</a:t>
                      </a:r>
                      <a:r>
                        <a:rPr sz="16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6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18290">
                <a:tc rowSpan="5" gridSpan="4">
                  <a:txBody>
                    <a:bodyPr/>
                    <a:lstStyle/>
                    <a:p>
                      <a:pPr marL="814705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110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4085">
                        <a:lnSpc>
                          <a:spcPct val="100000"/>
                        </a:lnSpc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9493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110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93662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1001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R="8445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14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ss</a:t>
                      </a:r>
                      <a:r>
                        <a:rPr sz="16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e,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so</a:t>
                      </a:r>
                      <a:r>
                        <a:rPr sz="16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14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q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58366"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4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4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4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14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400" spc="114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bt</a:t>
                      </a:r>
                      <a:r>
                        <a:rPr sz="14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400" spc="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sz="14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14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14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4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om</a:t>
                      </a:r>
                      <a:r>
                        <a:rPr sz="1400" spc="14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400" spc="-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4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4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3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4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09145"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6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18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18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14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spc="16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q</a:t>
                      </a:r>
                      <a:r>
                        <a:rPr sz="1600" spc="-3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29410"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spc="14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600" spc="15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600" spc="155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16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1600" spc="-1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600" spc="5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600" spc="-1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up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347245"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90500" algn="l"/>
                          <a:tab pos="1319530" algn="l"/>
                        </a:tabLst>
                      </a:pPr>
                      <a:r>
                        <a:rPr sz="1600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0</a:t>
                      </a:r>
                      <a:r>
                        <a:rPr sz="1600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7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400" spc="-22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2400" spc="217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po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ss</a:t>
                      </a:r>
                      <a:r>
                        <a:rPr sz="2400" spc="-52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e,</a:t>
                      </a:r>
                      <a:r>
                        <a:rPr sz="2400" spc="247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so</a:t>
                      </a:r>
                      <a:r>
                        <a:rPr sz="2400" spc="240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400" spc="217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400" spc="247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2400" spc="247" baseline="3472" dirty="0">
                          <a:solidFill>
                            <a:srgbClr val="32323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q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2400" spc="7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400" spc="-22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2400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2400" spc="-15" baseline="3472" dirty="0">
                          <a:solidFill>
                            <a:srgbClr val="323232"/>
                          </a:solidFill>
                          <a:latin typeface="Verdana"/>
                          <a:cs typeface="Verdana"/>
                        </a:rPr>
                        <a:t>nt</a:t>
                      </a:r>
                      <a:endParaRPr sz="2400" baseline="3472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68939"/>
            <a:ext cx="5076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3765" y="1792744"/>
            <a:ext cx="7709534" cy="2259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000" spc="-2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ng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at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rcu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mp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ms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spc="20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4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x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+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8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26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56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852" y="855402"/>
            <a:ext cx="78784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27810" algn="l"/>
                <a:tab pos="2903220" algn="l"/>
                <a:tab pos="3346450" algn="l"/>
                <a:tab pos="5781040" algn="l"/>
                <a:tab pos="6521450" algn="l"/>
              </a:tabLst>
            </a:pPr>
            <a:r>
              <a:rPr sz="2400" b="1" spc="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dd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	</a:t>
            </a:r>
            <a:r>
              <a:rPr sz="2400" b="1" spc="27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2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	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	</a:t>
            </a:r>
            <a:r>
              <a:rPr sz="2400" b="1" spc="27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400" b="1" spc="24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400" b="1" spc="7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	</a:t>
            </a:r>
            <a:r>
              <a:rPr sz="2400" b="1" spc="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26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	</a:t>
            </a:r>
            <a:r>
              <a:rPr sz="2400" b="1" spc="254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2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1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1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2909" y="1780552"/>
            <a:ext cx="7578090" cy="4545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65" marR="5080" indent="-457200" algn="just">
              <a:lnSpc>
                <a:spcPct val="100000"/>
              </a:lnSpc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   </a:t>
            </a:r>
            <a:r>
              <a:rPr sz="2000" spc="26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Subt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7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un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il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co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qual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z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6926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u="heavy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u="heavy" spc="-10" dirty="0">
                <a:solidFill>
                  <a:srgbClr val="323232"/>
                </a:solidFill>
                <a:latin typeface="Verdana"/>
                <a:cs typeface="Verdana"/>
              </a:rPr>
              <a:t>t 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of 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u="heavy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 i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 </a:t>
            </a:r>
            <a:r>
              <a:rPr sz="2000" u="heavy" spc="-10" dirty="0">
                <a:solidFill>
                  <a:srgbClr val="323232"/>
                </a:solidFill>
                <a:latin typeface="Verdana"/>
                <a:cs typeface="Verdana"/>
              </a:rPr>
              <a:t>z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u="heavy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n:</a:t>
            </a:r>
            <a:endParaRPr sz="2000">
              <a:latin typeface="Verdana"/>
              <a:cs typeface="Verdana"/>
            </a:endParaRPr>
          </a:p>
          <a:p>
            <a:pPr marL="984885" marR="6985" indent="-457200">
              <a:lnSpc>
                <a:spcPct val="100000"/>
              </a:lnSpc>
              <a:spcBef>
                <a:spcPts val="1200"/>
              </a:spcBef>
              <a:tabLst>
                <a:tab pos="984885" algn="l"/>
                <a:tab pos="2171065" algn="l"/>
                <a:tab pos="2506345" algn="l"/>
                <a:tab pos="3209925" algn="l"/>
                <a:tab pos="5516880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qu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ed</a:t>
            </a:r>
            <a:endParaRPr sz="2000">
              <a:latin typeface="Verdana"/>
              <a:cs typeface="Verdana"/>
            </a:endParaRPr>
          </a:p>
          <a:p>
            <a:pPr marL="527685">
              <a:lnSpc>
                <a:spcPct val="100000"/>
              </a:lnSpc>
              <a:spcBef>
                <a:spcPts val="1200"/>
              </a:spcBef>
              <a:tabLst>
                <a:tab pos="98488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69265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3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2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u="heavy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u="heavy" spc="-10" dirty="0">
                <a:solidFill>
                  <a:srgbClr val="323232"/>
                </a:solidFill>
                <a:latin typeface="Verdana"/>
                <a:cs typeface="Verdana"/>
              </a:rPr>
              <a:t>t 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of 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u="heavy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 i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 </a:t>
            </a:r>
            <a:r>
              <a:rPr sz="2000" u="heavy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ss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 </a:t>
            </a:r>
            <a:r>
              <a:rPr sz="2000" u="heavy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u="heavy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u="heavy" spc="-5" dirty="0">
                <a:solidFill>
                  <a:srgbClr val="323232"/>
                </a:solidFill>
                <a:latin typeface="Verdana"/>
                <a:cs typeface="Verdana"/>
              </a:rPr>
              <a:t> z</a:t>
            </a:r>
            <a:r>
              <a:rPr sz="2000" u="heavy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u="heavy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n:</a:t>
            </a:r>
            <a:endParaRPr sz="2000">
              <a:latin typeface="Verdana"/>
              <a:cs typeface="Verdana"/>
            </a:endParaRPr>
          </a:p>
          <a:p>
            <a:pPr marL="984885" marR="6985" indent="-457200">
              <a:lnSpc>
                <a:spcPct val="100000"/>
              </a:lnSpc>
              <a:spcBef>
                <a:spcPts val="1200"/>
              </a:spcBef>
              <a:tabLst>
                <a:tab pos="984885" algn="l"/>
                <a:tab pos="2171065" algn="l"/>
                <a:tab pos="2506345" algn="l"/>
                <a:tab pos="3209925" algn="l"/>
                <a:tab pos="5516880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qu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mb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w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as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</a:t>
            </a:r>
            <a:r>
              <a:rPr sz="2000" spc="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984885" marR="5715" indent="-457200">
              <a:lnSpc>
                <a:spcPct val="100000"/>
              </a:lnSpc>
              <a:spcBef>
                <a:spcPts val="1200"/>
              </a:spcBef>
              <a:tabLst>
                <a:tab pos="984885" algn="l"/>
                <a:tab pos="2423795" algn="l"/>
                <a:tab pos="2762250" algn="l"/>
                <a:tab pos="3618229" algn="l"/>
                <a:tab pos="3989704" algn="l"/>
                <a:tab pos="4531995" algn="l"/>
                <a:tab pos="6092825" algn="l"/>
                <a:tab pos="7309484" algn="l"/>
              </a:tabLst>
            </a:pPr>
            <a:r>
              <a:rPr sz="2000" spc="-15" dirty="0">
                <a:solidFill>
                  <a:srgbClr val="FF3200"/>
                </a:solidFill>
                <a:latin typeface="Arial"/>
                <a:cs typeface="Arial"/>
              </a:rPr>
              <a:t>§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27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58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4" y="784368"/>
            <a:ext cx="844486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00910" algn="l"/>
                <a:tab pos="4222115" algn="l"/>
                <a:tab pos="6057265" algn="l"/>
                <a:tab pos="6648450" algn="l"/>
              </a:tabLst>
            </a:pPr>
            <a:r>
              <a:rPr sz="3200" b="1" spc="1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spc="30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0" b="1" spc="3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26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spc="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2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200" b="1" spc="3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200" b="1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31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b="1" spc="33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1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200" b="1" spc="1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0" b="1" spc="2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0717" y="1803703"/>
            <a:ext cx="6589395" cy="77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r>
              <a:rPr sz="2000" b="1" spc="220" dirty="0">
                <a:solidFill>
                  <a:srgbClr val="323232"/>
                </a:solidFill>
                <a:latin typeface="Arial"/>
                <a:cs typeface="Arial"/>
              </a:rPr>
              <a:t>x</a:t>
            </a:r>
            <a:r>
              <a:rPr sz="2000" b="1" spc="195" dirty="0">
                <a:solidFill>
                  <a:srgbClr val="323232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323232"/>
                </a:solidFill>
                <a:latin typeface="Arial"/>
                <a:cs typeface="Arial"/>
              </a:rPr>
              <a:t>m</a:t>
            </a:r>
            <a:r>
              <a:rPr sz="2000" b="1" spc="-220" dirty="0">
                <a:solidFill>
                  <a:srgbClr val="323232"/>
                </a:solidFill>
                <a:latin typeface="Arial"/>
                <a:cs typeface="Arial"/>
              </a:rPr>
              <a:t> </a:t>
            </a:r>
            <a:r>
              <a:rPr sz="2000" b="1" spc="160" dirty="0">
                <a:solidFill>
                  <a:srgbClr val="323232"/>
                </a:solidFill>
                <a:latin typeface="Arial"/>
                <a:cs typeface="Arial"/>
              </a:rPr>
              <a:t>p</a:t>
            </a:r>
            <a:r>
              <a:rPr sz="2000" b="1" spc="100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-15" dirty="0">
                <a:solidFill>
                  <a:srgbClr val="323232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33</a:t>
            </a:r>
            <a:r>
              <a:rPr sz="1950" spc="-30" baseline="-21367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b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y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1950" spc="-22" baseline="-21367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1950" spc="-15" baseline="-21367" dirty="0">
                <a:solidFill>
                  <a:srgbClr val="323232"/>
                </a:solidFill>
                <a:latin typeface="Verdana"/>
                <a:cs typeface="Verdana"/>
              </a:rPr>
              <a:t>0</a:t>
            </a:r>
            <a:r>
              <a:rPr sz="1950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1950" spc="52" baseline="-21367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g</a:t>
            </a:r>
            <a:r>
              <a:rPr sz="2000" spc="1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d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dd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28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58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0727" y="2870504"/>
            <a:ext cx="2030730" cy="1331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70" dirty="0">
                <a:solidFill>
                  <a:srgbClr val="323232"/>
                </a:solidFill>
                <a:latin typeface="Arial"/>
                <a:cs typeface="Arial"/>
              </a:rPr>
              <a:t>S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l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u</a:t>
            </a:r>
            <a:r>
              <a:rPr sz="2000" b="1" spc="229" dirty="0">
                <a:solidFill>
                  <a:srgbClr val="323232"/>
                </a:solidFill>
                <a:latin typeface="Arial"/>
                <a:cs typeface="Arial"/>
              </a:rPr>
              <a:t>t</a:t>
            </a:r>
            <a:r>
              <a:rPr sz="2000" b="1" spc="125" dirty="0">
                <a:solidFill>
                  <a:srgbClr val="323232"/>
                </a:solidFill>
                <a:latin typeface="Arial"/>
                <a:cs typeface="Arial"/>
              </a:rPr>
              <a:t>i</a:t>
            </a:r>
            <a:r>
              <a:rPr sz="2000" b="1" spc="135" dirty="0">
                <a:solidFill>
                  <a:srgbClr val="323232"/>
                </a:solidFill>
                <a:latin typeface="Arial"/>
                <a:cs typeface="Arial"/>
              </a:rPr>
              <a:t>o</a:t>
            </a:r>
            <a:r>
              <a:rPr sz="2000" b="1" spc="185" dirty="0">
                <a:solidFill>
                  <a:srgbClr val="323232"/>
                </a:solidFill>
                <a:latin typeface="Arial"/>
                <a:cs typeface="Arial"/>
              </a:rPr>
              <a:t>n</a:t>
            </a:r>
            <a:r>
              <a:rPr sz="2000" b="1" spc="-10" dirty="0">
                <a:solidFill>
                  <a:srgbClr val="323232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27</a:t>
            </a:r>
            <a:endParaRPr sz="2000">
              <a:latin typeface="Verdana"/>
              <a:cs typeface="Verdana"/>
            </a:endParaRPr>
          </a:p>
          <a:p>
            <a:pPr marL="527685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7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21</a:t>
            </a:r>
            <a:endParaRPr sz="2000">
              <a:latin typeface="Verdana"/>
              <a:cs typeface="Verdana"/>
            </a:endParaRPr>
          </a:p>
          <a:p>
            <a:pPr marL="527685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2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23232"/>
                </a:solidFill>
                <a:latin typeface="Verdana"/>
                <a:cs typeface="Verdana"/>
              </a:rPr>
              <a:t>15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5839" y="4228098"/>
            <a:ext cx="1589405" cy="888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3185" algn="l"/>
              </a:tabLst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endParaRPr sz="2000">
              <a:latin typeface="Verdana"/>
              <a:cs typeface="Verdana"/>
            </a:endParaRPr>
          </a:p>
          <a:p>
            <a:pPr marL="189230">
              <a:lnSpc>
                <a:spcPct val="100000"/>
              </a:lnSpc>
              <a:tabLst>
                <a:tab pos="1368425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9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  <a:p>
            <a:pPr marL="204470">
              <a:lnSpc>
                <a:spcPct val="100000"/>
              </a:lnSpc>
              <a:tabLst>
                <a:tab pos="1298575" algn="l"/>
              </a:tabLst>
            </a:pP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dirty="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727" y="5447299"/>
            <a:ext cx="285369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al</a:t>
            </a:r>
            <a:r>
              <a:rPr sz="2000" spc="2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2359" y="3612402"/>
            <a:ext cx="370141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Si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res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th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an</a:t>
            </a:r>
            <a:r>
              <a:rPr sz="2000" spc="1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z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ero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,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2352" y="4526803"/>
            <a:ext cx="367601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Q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6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-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1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gn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)</a:t>
            </a:r>
            <a:r>
              <a:rPr sz="20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2352" y="5441203"/>
            <a:ext cx="438086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ma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nd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18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=</a:t>
            </a:r>
            <a:r>
              <a:rPr sz="20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3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(</a:t>
            </a:r>
            <a:r>
              <a:rPr sz="2000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30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l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f</a:t>
            </a:r>
            <a:r>
              <a:rPr sz="20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23232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v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us</a:t>
            </a:r>
            <a:r>
              <a:rPr sz="2000" spc="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s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ubt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r</a:t>
            </a:r>
            <a:r>
              <a:rPr sz="2000" spc="-15" dirty="0">
                <a:solidFill>
                  <a:srgbClr val="323232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c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323232"/>
                </a:solidFill>
                <a:latin typeface="Verdana"/>
                <a:cs typeface="Verdana"/>
              </a:rPr>
              <a:t>i</a:t>
            </a:r>
            <a:r>
              <a:rPr sz="2000" spc="-25" dirty="0">
                <a:solidFill>
                  <a:srgbClr val="323232"/>
                </a:solidFill>
                <a:latin typeface="Verdana"/>
                <a:cs typeface="Verdana"/>
              </a:rPr>
              <a:t>o</a:t>
            </a:r>
            <a:r>
              <a:rPr sz="2000" spc="-5" dirty="0">
                <a:solidFill>
                  <a:srgbClr val="323232"/>
                </a:solidFill>
                <a:latin typeface="Verdana"/>
                <a:cs typeface="Verdana"/>
              </a:rPr>
              <a:t>n)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85620" algn="l"/>
                <a:tab pos="3388995" algn="l"/>
                <a:tab pos="3904615" algn="l"/>
                <a:tab pos="5629910" algn="l"/>
              </a:tabLst>
            </a:pPr>
            <a:r>
              <a:rPr spc="150" dirty="0"/>
              <a:t>A</a:t>
            </a:r>
            <a:r>
              <a:rPr spc="250" dirty="0"/>
              <a:t>dd</a:t>
            </a:r>
            <a:r>
              <a:rPr spc="175" dirty="0"/>
              <a:t>i</a:t>
            </a:r>
            <a:r>
              <a:rPr dirty="0"/>
              <a:t>t</a:t>
            </a:r>
            <a:r>
              <a:rPr spc="-445" dirty="0"/>
              <a:t> </a:t>
            </a:r>
            <a:r>
              <a:rPr spc="175" dirty="0"/>
              <a:t>i</a:t>
            </a:r>
            <a:r>
              <a:rPr spc="260" dirty="0"/>
              <a:t>v</a:t>
            </a:r>
            <a:r>
              <a:rPr dirty="0"/>
              <a:t>e	</a:t>
            </a:r>
            <a:r>
              <a:rPr spc="300" dirty="0"/>
              <a:t>M</a:t>
            </a:r>
            <a:r>
              <a:rPr spc="310" dirty="0"/>
              <a:t>e</a:t>
            </a:r>
            <a:r>
              <a:rPr spc="335" dirty="0"/>
              <a:t>t</a:t>
            </a:r>
            <a:r>
              <a:rPr spc="275" dirty="0"/>
              <a:t>h</a:t>
            </a:r>
            <a:r>
              <a:rPr spc="204" dirty="0"/>
              <a:t>o</a:t>
            </a:r>
            <a:r>
              <a:rPr dirty="0"/>
              <a:t>d	</a:t>
            </a:r>
            <a:r>
              <a:rPr spc="200" dirty="0"/>
              <a:t>o</a:t>
            </a:r>
            <a:r>
              <a:rPr dirty="0"/>
              <a:t>f	</a:t>
            </a:r>
            <a:r>
              <a:rPr spc="300" dirty="0"/>
              <a:t>D</a:t>
            </a:r>
            <a:r>
              <a:rPr spc="175" dirty="0"/>
              <a:t>i</a:t>
            </a:r>
            <a:r>
              <a:rPr spc="260" dirty="0"/>
              <a:t>v</a:t>
            </a:r>
            <a:r>
              <a:rPr spc="175" dirty="0"/>
              <a:t>i</a:t>
            </a:r>
            <a:r>
              <a:rPr spc="90" dirty="0"/>
              <a:t>s</a:t>
            </a:r>
            <a:r>
              <a:rPr spc="175" dirty="0"/>
              <a:t>i</a:t>
            </a:r>
            <a:r>
              <a:rPr spc="225" dirty="0"/>
              <a:t>o</a:t>
            </a:r>
            <a:r>
              <a:rPr dirty="0"/>
              <a:t>n	(</a:t>
            </a:r>
            <a:r>
              <a:rPr spc="-180" dirty="0"/>
              <a:t> </a:t>
            </a:r>
            <a:r>
              <a:rPr spc="45" dirty="0"/>
              <a:t>E</a:t>
            </a:r>
            <a:r>
              <a:rPr spc="310" dirty="0"/>
              <a:t>xa</a:t>
            </a:r>
            <a:r>
              <a:rPr dirty="0"/>
              <a:t>m</a:t>
            </a:r>
            <a:r>
              <a:rPr spc="-300" dirty="0"/>
              <a:t> </a:t>
            </a:r>
            <a:r>
              <a:rPr spc="250" dirty="0"/>
              <a:t>p</a:t>
            </a:r>
            <a:r>
              <a:rPr spc="175" dirty="0"/>
              <a:t>l</a:t>
            </a:r>
            <a:r>
              <a:rPr spc="310" dirty="0"/>
              <a:t>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3" y="481639"/>
            <a:ext cx="507682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C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o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F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un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E5E5E5"/>
                </a:solidFill>
                <a:latin typeface="Verdana"/>
                <a:cs typeface="Verdana"/>
              </a:rPr>
              <a:t>m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en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l</a:t>
            </a:r>
            <a:r>
              <a:rPr sz="1400" spc="-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:</a:t>
            </a:r>
            <a:r>
              <a:rPr sz="1400" spc="14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e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K.</a:t>
            </a:r>
            <a:r>
              <a:rPr sz="1400" spc="15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a</a:t>
            </a:r>
            <a:r>
              <a:rPr sz="1400" spc="13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E5E5E5"/>
                </a:solidFill>
                <a:latin typeface="Verdana"/>
                <a:cs typeface="Verdana"/>
              </a:rPr>
              <a:t>&amp;</a:t>
            </a:r>
            <a:r>
              <a:rPr sz="1400" spc="140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E5E5E5"/>
                </a:solidFill>
                <a:latin typeface="Verdana"/>
                <a:cs typeface="Verdana"/>
              </a:rPr>
              <a:t>P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r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5" dirty="0">
                <a:solidFill>
                  <a:srgbClr val="E5E5E5"/>
                </a:solidFill>
                <a:latin typeface="Verdana"/>
                <a:cs typeface="Verdana"/>
              </a:rPr>
              <a:t>t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105" dirty="0">
                <a:solidFill>
                  <a:srgbClr val="E5E5E5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E5E5E5"/>
                </a:solidFill>
                <a:latin typeface="Verdana"/>
                <a:cs typeface="Verdana"/>
              </a:rPr>
              <a:t>S</a:t>
            </a:r>
            <a:r>
              <a:rPr sz="1400" spc="-30" dirty="0">
                <a:solidFill>
                  <a:srgbClr val="E5E5E5"/>
                </a:solidFill>
                <a:latin typeface="Verdana"/>
                <a:cs typeface="Verdana"/>
              </a:rPr>
              <a:t>i</a:t>
            </a:r>
            <a:r>
              <a:rPr sz="1400" spc="-5" dirty="0">
                <a:solidFill>
                  <a:srgbClr val="E5E5E5"/>
                </a:solidFill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3999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5" dirty="0"/>
              <a:t>Ad</a:t>
            </a:r>
            <a:r>
              <a:rPr spc="-10" dirty="0"/>
              <a:t>d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15" dirty="0"/>
              <a:t>ve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10" dirty="0"/>
              <a:t>th</a:t>
            </a:r>
            <a:r>
              <a:rPr spc="-25" dirty="0"/>
              <a:t>o</a:t>
            </a:r>
            <a:r>
              <a:rPr spc="-15" dirty="0"/>
              <a:t>d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o</a:t>
            </a:r>
            <a:r>
              <a:rPr spc="-10" dirty="0"/>
              <a:t>f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spc="-10" dirty="0"/>
              <a:t>d</a:t>
            </a:r>
            <a:r>
              <a:rPr spc="15" dirty="0"/>
              <a:t>i</a:t>
            </a:r>
            <a:r>
              <a:rPr spc="-15" dirty="0"/>
              <a:t>v</a:t>
            </a:r>
            <a:r>
              <a:rPr spc="15" dirty="0"/>
              <a:t>i</a:t>
            </a:r>
            <a:r>
              <a:rPr spc="-45" dirty="0"/>
              <a:t>s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0" dirty="0"/>
              <a:t>Ad</a:t>
            </a:r>
            <a:r>
              <a:rPr spc="-15" dirty="0"/>
              <a:t>d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15" dirty="0"/>
              <a:t>ve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10" dirty="0"/>
              <a:t>th</a:t>
            </a:r>
            <a:r>
              <a:rPr spc="-25" dirty="0"/>
              <a:t>o</a:t>
            </a:r>
            <a:r>
              <a:rPr spc="-15" dirty="0"/>
              <a:t>d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o</a:t>
            </a:r>
            <a:r>
              <a:rPr spc="-10" dirty="0"/>
              <a:t>f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-5" dirty="0"/>
              <a:t>u</a:t>
            </a:r>
            <a:r>
              <a:rPr spc="15" dirty="0"/>
              <a:t>l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35" dirty="0"/>
              <a:t>p</a:t>
            </a:r>
            <a:r>
              <a:rPr spc="-5" dirty="0"/>
              <a:t>l</a:t>
            </a:r>
            <a:r>
              <a:rPr spc="15" dirty="0"/>
              <a:t>i</a:t>
            </a:r>
            <a:r>
              <a:rPr spc="-25" dirty="0"/>
              <a:t>c</a:t>
            </a:r>
            <a:r>
              <a:rPr spc="-15" dirty="0"/>
              <a:t>a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0" dirty="0"/>
              <a:t>Ad</a:t>
            </a:r>
            <a:r>
              <a:rPr spc="-15" dirty="0"/>
              <a:t>d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15" dirty="0"/>
              <a:t>ve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10" dirty="0"/>
              <a:t>th</a:t>
            </a:r>
            <a:r>
              <a:rPr spc="-25" dirty="0"/>
              <a:t>o</a:t>
            </a:r>
            <a:r>
              <a:rPr spc="-15" dirty="0"/>
              <a:t>d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spc="-20" dirty="0"/>
              <a:t>o</a:t>
            </a:r>
            <a:r>
              <a:rPr spc="-10" dirty="0"/>
              <a:t>f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spc="-25" dirty="0"/>
              <a:t>s</a:t>
            </a:r>
            <a:r>
              <a:rPr spc="-5" dirty="0"/>
              <a:t>ubt</a:t>
            </a:r>
            <a:r>
              <a:rPr spc="-25" dirty="0"/>
              <a:t>r</a:t>
            </a:r>
            <a:r>
              <a:rPr spc="-15" dirty="0"/>
              <a:t>a</a:t>
            </a:r>
            <a:r>
              <a:rPr spc="-25" dirty="0"/>
              <a:t>c</a:t>
            </a:r>
            <a:r>
              <a:rPr spc="-5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5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5" dirty="0"/>
              <a:t>a</a:t>
            </a:r>
            <a:r>
              <a:rPr spc="-10" dirty="0"/>
              <a:t>dd</a:t>
            </a:r>
            <a:r>
              <a:rPr spc="15" dirty="0"/>
              <a:t>i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5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15" dirty="0"/>
              <a:t>i</a:t>
            </a:r>
            <a:r>
              <a:rPr spc="-10" dirty="0"/>
              <a:t>thm</a:t>
            </a:r>
            <a:r>
              <a:rPr spc="-30" dirty="0"/>
              <a:t>et</a:t>
            </a:r>
            <a:r>
              <a:rPr spc="15" dirty="0"/>
              <a:t>ic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5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0" dirty="0"/>
              <a:t>d</a:t>
            </a:r>
            <a:r>
              <a:rPr spc="15" dirty="0"/>
              <a:t>i</a:t>
            </a:r>
            <a:r>
              <a:rPr spc="-45" dirty="0"/>
              <a:t>v</a:t>
            </a:r>
            <a:r>
              <a:rPr spc="15" dirty="0"/>
              <a:t>i</a:t>
            </a:r>
            <a:r>
              <a:rPr spc="-45" dirty="0"/>
              <a:t>s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5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15" dirty="0"/>
              <a:t>m</a:t>
            </a:r>
            <a:r>
              <a:rPr dirty="0"/>
              <a:t>ul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35" dirty="0"/>
              <a:t>p</a:t>
            </a:r>
            <a:r>
              <a:rPr spc="-5" dirty="0"/>
              <a:t>l</a:t>
            </a:r>
            <a:r>
              <a:rPr spc="15" dirty="0"/>
              <a:t>i</a:t>
            </a:r>
            <a:r>
              <a:rPr spc="-25" dirty="0"/>
              <a:t>c</a:t>
            </a:r>
            <a:r>
              <a:rPr spc="-15" dirty="0"/>
              <a:t>a</a:t>
            </a:r>
            <a:r>
              <a:rPr spc="-30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15" dirty="0"/>
              <a:t>B</a:t>
            </a:r>
            <a:r>
              <a:rPr spc="15" dirty="0"/>
              <a:t>i</a:t>
            </a:r>
            <a:r>
              <a:rPr spc="-5" dirty="0"/>
              <a:t>n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25" dirty="0"/>
              <a:t>s</a:t>
            </a:r>
            <a:r>
              <a:rPr spc="-5" dirty="0"/>
              <a:t>ubt</a:t>
            </a:r>
            <a:r>
              <a:rPr spc="-25" dirty="0"/>
              <a:t>r</a:t>
            </a:r>
            <a:r>
              <a:rPr spc="-15" dirty="0"/>
              <a:t>a</a:t>
            </a:r>
            <a:r>
              <a:rPr spc="-25" dirty="0"/>
              <a:t>c</a:t>
            </a:r>
            <a:r>
              <a:rPr spc="-5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20" dirty="0"/>
              <a:t>C</a:t>
            </a:r>
            <a:r>
              <a:rPr spc="-25" dirty="0"/>
              <a:t>o</a:t>
            </a:r>
            <a:r>
              <a:rPr spc="-15" dirty="0"/>
              <a:t>mp</a:t>
            </a:r>
            <a:r>
              <a:rPr spc="15" dirty="0"/>
              <a:t>l</a:t>
            </a:r>
            <a:r>
              <a:rPr spc="-30" dirty="0"/>
              <a:t>e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5" dirty="0"/>
              <a:t>nt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20" dirty="0"/>
              <a:t>C</a:t>
            </a:r>
            <a:r>
              <a:rPr spc="-25" dirty="0"/>
              <a:t>o</a:t>
            </a:r>
            <a:r>
              <a:rPr spc="-15" dirty="0"/>
              <a:t>mp</a:t>
            </a:r>
            <a:r>
              <a:rPr spc="15" dirty="0"/>
              <a:t>l</a:t>
            </a:r>
            <a:r>
              <a:rPr spc="-30" dirty="0"/>
              <a:t>e</a:t>
            </a:r>
            <a:r>
              <a:rPr spc="-15" dirty="0"/>
              <a:t>m</a:t>
            </a:r>
            <a:r>
              <a:rPr spc="-30" dirty="0"/>
              <a:t>e</a:t>
            </a:r>
            <a:r>
              <a:rPr spc="-5" dirty="0"/>
              <a:t>nt</a:t>
            </a:r>
            <a:r>
              <a:rPr spc="-15" dirty="0"/>
              <a:t>a</a:t>
            </a:r>
            <a:r>
              <a:rPr dirty="0"/>
              <a:t>r</a:t>
            </a:r>
            <a:r>
              <a:rPr spc="-15" dirty="0"/>
              <a:t>y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spc="-25" dirty="0"/>
              <a:t>s</a:t>
            </a:r>
            <a:r>
              <a:rPr spc="-5" dirty="0"/>
              <a:t>ubt</a:t>
            </a:r>
            <a:r>
              <a:rPr spc="-25" dirty="0"/>
              <a:t>r</a:t>
            </a:r>
            <a:r>
              <a:rPr spc="-15" dirty="0"/>
              <a:t>a</a:t>
            </a:r>
            <a:r>
              <a:rPr dirty="0"/>
              <a:t>c</a:t>
            </a:r>
            <a:r>
              <a:rPr spc="-5" dirty="0"/>
              <a:t>t</a:t>
            </a:r>
            <a:r>
              <a:rPr spc="15" dirty="0"/>
              <a:t>i</a:t>
            </a:r>
            <a:r>
              <a:rPr spc="-25" dirty="0"/>
              <a:t>on</a:t>
            </a:r>
          </a:p>
          <a:p>
            <a:pPr marL="382905">
              <a:lnSpc>
                <a:spcPct val="100000"/>
              </a:lnSpc>
            </a:pPr>
            <a:r>
              <a:rPr spc="-15" dirty="0">
                <a:solidFill>
                  <a:srgbClr val="FF3200"/>
                </a:solidFill>
                <a:latin typeface="Arial"/>
                <a:cs typeface="Arial"/>
              </a:rPr>
              <a:t>§</a:t>
            </a:r>
            <a:r>
              <a:rPr spc="13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pc="-20" dirty="0"/>
              <a:t>C</a:t>
            </a:r>
            <a:r>
              <a:rPr spc="-25" dirty="0"/>
              <a:t>o</a:t>
            </a:r>
            <a:r>
              <a:rPr spc="-15" dirty="0"/>
              <a:t>mp</a:t>
            </a:r>
            <a:r>
              <a:rPr spc="-5" dirty="0"/>
              <a:t>ute</a:t>
            </a:r>
            <a:r>
              <a:rPr spc="-10" dirty="0"/>
              <a:t>r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5" dirty="0"/>
              <a:t>a</a:t>
            </a:r>
            <a:r>
              <a:rPr spc="-25" dirty="0"/>
              <a:t>r</a:t>
            </a:r>
            <a:r>
              <a:rPr spc="15" dirty="0"/>
              <a:t>i</a:t>
            </a:r>
            <a:r>
              <a:rPr spc="-10" dirty="0"/>
              <a:t>thm</a:t>
            </a:r>
            <a:r>
              <a:rPr spc="-30" dirty="0"/>
              <a:t>e</a:t>
            </a:r>
            <a:r>
              <a:rPr spc="-5" dirty="0"/>
              <a:t>t</a:t>
            </a:r>
            <a:r>
              <a:rPr spc="15" dirty="0"/>
              <a:t>ic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dirty="0"/>
              <a:t>e</a:t>
            </a:r>
            <a:r>
              <a:rPr spc="-5" dirty="0"/>
              <a:t>f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Page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5" dirty="0"/>
              <a:t>h</a:t>
            </a:r>
            <a:r>
              <a:rPr spc="-10" dirty="0"/>
              <a:t>ap</a:t>
            </a:r>
            <a:r>
              <a:rPr spc="-15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10" dirty="0"/>
              <a:t>5: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0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spc="-5" dirty="0"/>
              <a:t>u</a:t>
            </a:r>
            <a:r>
              <a:rPr spc="-10" dirty="0"/>
              <a:t>t</a:t>
            </a:r>
            <a:r>
              <a:rPr dirty="0"/>
              <a:t>e</a:t>
            </a:r>
            <a:r>
              <a:rPr spc="-10" dirty="0"/>
              <a:t>r</a:t>
            </a:r>
            <a:r>
              <a:rPr spc="140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20" dirty="0"/>
              <a:t>r</a:t>
            </a:r>
            <a:r>
              <a:rPr spc="-30" dirty="0"/>
              <a:t>i</a:t>
            </a:r>
            <a:r>
              <a:rPr spc="-10" dirty="0"/>
              <a:t>t</a:t>
            </a:r>
            <a:r>
              <a:rPr spc="20" dirty="0"/>
              <a:t>h</a:t>
            </a:r>
            <a:r>
              <a:rPr spc="-25" dirty="0"/>
              <a:t>m</a:t>
            </a:r>
            <a:r>
              <a:rPr dirty="0"/>
              <a:t>e</a:t>
            </a:r>
            <a:r>
              <a:rPr spc="15" dirty="0"/>
              <a:t>t</a:t>
            </a:r>
            <a:r>
              <a:rPr spc="-35" dirty="0"/>
              <a:t>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lide</a:t>
            </a:r>
            <a:r>
              <a:rPr spc="1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-10" dirty="0"/>
              <a:t>29</a:t>
            </a:fld>
            <a:r>
              <a:rPr spc="-20" dirty="0"/>
              <a:t>/</a:t>
            </a:r>
            <a:r>
              <a:rPr spc="-10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6373" y="7113584"/>
            <a:ext cx="25082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00"/>
                </a:solidFill>
                <a:latin typeface="Verdana"/>
                <a:cs typeface="Verdana"/>
              </a:rPr>
              <a:t>58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708" y="738277"/>
            <a:ext cx="512318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5220" algn="l"/>
              </a:tabLst>
            </a:pPr>
            <a:r>
              <a:rPr sz="3600" b="1" spc="18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600" b="1" spc="3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y	W</a:t>
            </a:r>
            <a:r>
              <a:rPr sz="3600" b="1" spc="-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2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3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3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b="1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3600" b="1" spc="4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2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36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600" b="1" spc="39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600" b="1" spc="3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1657</Words>
  <Application>Microsoft Office PowerPoint</Application>
  <PresentationFormat>Benutzerdefiniert</PresentationFormat>
  <Paragraphs>538</Paragraphs>
  <Slides>29</Slides>
  <Notes>29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0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Com plem entary Subt ract ion ( Exam ple 1 )</vt:lpstr>
      <vt:lpstr>Com plem entary Subt ract ion ( Exam ple 2 )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Addit ive Method of Division ( Exam ple)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Online2PDF.com</cp:lastModifiedBy>
  <cp:revision>1</cp:revision>
  <dcterms:created xsi:type="dcterms:W3CDTF">2016-10-18T05:47:20Z</dcterms:created>
  <dcterms:modified xsi:type="dcterms:W3CDTF">2016-10-18T03:47:32Z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2016-10-18T00:00:00Z</vt:filetime>
  </property>
  <property fmtid="{D5CDD505-2E9C-101B-9397-08002B2CF9AE}" pid="3" name="LastSaved">
    <vt:filetime>2016-10-18T00:00:00Z</vt:filetime>
  </property>
</Properties>
</file>
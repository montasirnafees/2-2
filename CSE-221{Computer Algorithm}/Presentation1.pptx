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9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0A6B-862D-56AF-BAC3-2A66523DD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DC59B-4E21-129D-5C36-70FE66D8F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EE7E-CA12-6396-AAC4-42BED64B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7D58-AE45-5DB2-2B11-B888D1CF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0199D-17C8-7023-7D02-C57AAFFD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8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61CA-D30E-0205-93B4-EF5AE3EC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92736-3F5C-F031-14F8-CB21B580F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E3CDB-1F45-F1B5-488B-C44C94A3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0CCCA-1223-1782-68F9-4C792BAD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0D0A-E1DB-82A6-96FC-5ECE9092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5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AF9E-09EF-DF13-7415-D05B7B85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292F6-0B33-A23D-00BC-378D5E9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16FC-3B61-14CE-177F-247083A9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C78BA-4BCF-A547-2B67-9B91097A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3615E-32CD-B64D-26AD-BC1414E8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2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EB06-6BC1-DE27-0952-4C6C4826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1128-FB78-FD4C-3858-B31BD3438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96410-277A-8D62-53D6-19D4524FE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E8BAD-D68C-7E44-E6AA-5BACC0E6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8A7C9-192D-C72D-CCFD-01876979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98473-4CEC-8772-BCB9-4D0572EB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7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3D74-AD03-6729-5FBB-528ADAEF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BE9C0-F744-2345-C6D3-039C0D0D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09394-CEBD-785F-AD1F-F86E1D6BE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56E82-2ACD-7FEE-B9F0-9E7C6734D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030BD-E11B-7782-9349-1605FA674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35CBD-9AF1-8565-B411-316F78FF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CF78C-FDBF-9BE0-0F54-B26A53F5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4A7C3-205E-9674-A7BB-D7FDAA92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2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3591-146B-D336-C306-A5864615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18D4D-B971-8577-9F51-3471AE3C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6E39A-7742-905B-1C47-B91EAE44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1948C-7BCE-51CB-3236-E9AAC88C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5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8F5F6-632E-D6F6-A975-A3DA22D6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8E2F3-1F60-99AB-F6EB-9F026A62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54162-B932-8BFF-19DF-A28E2F09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0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E016-0E14-FE43-658D-93811F30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7225-9FF2-6053-2E67-049DE4BCF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C93E6-3622-8F44-A577-7906FAB46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29F5-E1E2-D81A-087E-EA67071A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B31BC-1144-80D7-35BA-0771286C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B71F5-E44E-B38E-68EE-73B59FB6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10C2-02E0-32D0-654D-22B84CF4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84C9B-697B-8CF0-BCDF-57944902E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9601D-E8B3-F8C3-2BC6-BC61AF769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6C7B3-3C84-FB12-FAB6-42941428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40793-2E25-A9E4-7540-CAAA4B34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89123-EEE7-1CFD-EC7D-480F85F4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2AE2-7AE2-A682-10C8-06C4DF65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80F1-93D5-1597-9B44-2B00CA3F2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E440F-D795-6C95-F9D4-5A05FBED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08BE3-05FB-22A0-DD28-3524BA68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D57C4-6D51-5037-7F5A-DAC2736E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1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FC6C1-6B4D-C59F-1BCF-5AC51CD9B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FEF1F-9784-49F0-121C-28458C1AE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2C53-3E10-0092-0224-F0FCD492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90A4-7BEE-4732-B97B-1D89274E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0744C-D742-5061-102C-E66B367D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6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BA7C3-05E4-5C33-66E4-53EB600C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9FD18-4F26-13BB-DB95-6882E2B0D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5F23A-3F91-BC21-7238-8C81BFBCC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E6A99-9E69-4467-ABA0-C37501A63EB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AA9AB-2557-1C4A-AF24-A9854157F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9619-2857-973A-EE9B-F135C5D3B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ABE9B-A6DE-448A-9C6F-B15C06FC0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B9FE19-CFE3-C010-A770-92F9A5452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90600"/>
            <a:ext cx="9144000" cy="4267200"/>
          </a:xfrm>
        </p:spPr>
        <p:txBody>
          <a:bodyPr>
            <a:normAutofit/>
          </a:bodyPr>
          <a:lstStyle/>
          <a:p>
            <a:r>
              <a:rPr lang="en-US" sz="4400" dirty="0"/>
              <a:t>Recursive Function</a:t>
            </a:r>
          </a:p>
        </p:txBody>
      </p:sp>
      <p:pic>
        <p:nvPicPr>
          <p:cNvPr id="5" name="Graphic 4" descr="Cloud with solid fill">
            <a:extLst>
              <a:ext uri="{FF2B5EF4-FFF2-40B4-BE49-F238E27FC236}">
                <a16:creationId xmlns:a16="http://schemas.microsoft.com/office/drawing/2014/main" id="{C71C388B-D599-9F2B-24DC-C38315E9B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42573">
            <a:off x="1164772" y="1167397"/>
            <a:ext cx="2383971" cy="2383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0127D4-552D-6DD6-0CA4-6C517B058940}"/>
              </a:ext>
            </a:extLst>
          </p:cNvPr>
          <p:cNvSpPr txBox="1"/>
          <p:nvPr/>
        </p:nvSpPr>
        <p:spPr>
          <a:xfrm rot="20721214">
            <a:off x="1471647" y="16783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Recursive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838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B9FE19-CFE3-C010-A770-92F9A5452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360"/>
            <a:ext cx="9144000" cy="47904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1697CF-24BB-F318-D9CE-C61E6EF1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58"/>
            <a:ext cx="12192000" cy="67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3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B9FE19-CFE3-C010-A770-92F9A5452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360"/>
            <a:ext cx="9144000" cy="47904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A34AC-0922-AD0D-3253-686F5667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29" y="-108857"/>
            <a:ext cx="4256315" cy="7130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2C0C04-C77F-FC88-3A00-D8EDD8CC6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956" y="0"/>
            <a:ext cx="8149043" cy="682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9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Nafees Montasir</dc:creator>
  <cp:lastModifiedBy>Nafees Montasir</cp:lastModifiedBy>
  <cp:revision>2</cp:revision>
  <dcterms:created xsi:type="dcterms:W3CDTF">2026-10-10T18:24:44Z</dcterms:created>
  <dcterms:modified xsi:type="dcterms:W3CDTF">2026-10-10T19:31:35Z</dcterms:modified>
</cp:coreProperties>
</file>
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321" r:id="rId4"/>
    <p:sldId id="339" r:id="rId5"/>
    <p:sldId id="340" r:id="rId6"/>
    <p:sldId id="341" r:id="rId7"/>
    <p:sldId id="344" r:id="rId8"/>
    <p:sldId id="342" r:id="rId9"/>
    <p:sldId id="343" r:id="rId10"/>
    <p:sldId id="30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49" autoAdjust="0"/>
  </p:normalViewPr>
  <p:slideViewPr>
    <p:cSldViewPr snapToGrid="0">
      <p:cViewPr varScale="1">
        <p:scale>
          <a:sx n="111" d="100"/>
          <a:sy n="111" d="100"/>
        </p:scale>
        <p:origin x="51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DC988B-7334-4999-BD8C-64820955E021}" type="datetimeFigureOut">
              <a:rPr lang="en-US" smtClean="0"/>
              <a:t>30-Oct-24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3BE1A4-C183-4369-AD80-EA32C45A4AE4}" type="slidenum">
              <a:rPr lang="en-US" smtClean="0"/>
              <a:t>‹#›</a:t>
            </a:fld>
            <a:endParaRPr lang="en-US"/>
          </a:p>
        </p:txBody>
      </p:sp>
    </p:spTree>
    <p:extLst>
      <p:ext uri="{BB962C8B-B14F-4D97-AF65-F5344CB8AC3E}">
        <p14:creationId xmlns:p14="http://schemas.microsoft.com/office/powerpoint/2010/main" val="3087342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75AE4-EDF8-DCF3-4667-A980C646E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BCDD69-A08B-D775-2AAD-38E82FA4BB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63F8F8-0A52-486D-1018-7C4115B77C33}"/>
              </a:ext>
            </a:extLst>
          </p:cNvPr>
          <p:cNvSpPr>
            <a:spLocks noGrp="1"/>
          </p:cNvSpPr>
          <p:nvPr>
            <p:ph type="dt" sz="half" idx="10"/>
          </p:nvPr>
        </p:nvSpPr>
        <p:spPr/>
        <p:txBody>
          <a:bodyPr/>
          <a:lstStyle/>
          <a:p>
            <a:fld id="{FCF26D41-1FB4-4C2D-B718-1DBA764733AB}" type="datetime4">
              <a:rPr lang="en-US" smtClean="0"/>
              <a:t>October 30, 2024</a:t>
            </a:fld>
            <a:endParaRPr lang="en-US"/>
          </a:p>
        </p:txBody>
      </p:sp>
      <p:sp>
        <p:nvSpPr>
          <p:cNvPr id="5" name="Footer Placeholder 4">
            <a:extLst>
              <a:ext uri="{FF2B5EF4-FFF2-40B4-BE49-F238E27FC236}">
                <a16:creationId xmlns:a16="http://schemas.microsoft.com/office/drawing/2014/main" id="{0A565285-D0F5-F5BA-4D42-FFCC8EA714D6}"/>
              </a:ext>
            </a:extLst>
          </p:cNvPr>
          <p:cNvSpPr>
            <a:spLocks noGrp="1"/>
          </p:cNvSpPr>
          <p:nvPr>
            <p:ph type="ftr" sz="quarter" idx="11"/>
          </p:nvPr>
        </p:nvSpPr>
        <p:spPr/>
        <p:txBody>
          <a:bodyPr/>
          <a:lstStyle/>
          <a:p>
            <a:r>
              <a:rPr lang="en-US"/>
              <a:t>Presented by: Md. Abdullah and Sohag Hossain</a:t>
            </a:r>
          </a:p>
        </p:txBody>
      </p:sp>
      <p:sp>
        <p:nvSpPr>
          <p:cNvPr id="6" name="Slide Number Placeholder 5">
            <a:extLst>
              <a:ext uri="{FF2B5EF4-FFF2-40B4-BE49-F238E27FC236}">
                <a16:creationId xmlns:a16="http://schemas.microsoft.com/office/drawing/2014/main" id="{0C4637BF-BDB3-D0C8-8760-4A79A262CDCC}"/>
              </a:ext>
            </a:extLst>
          </p:cNvPr>
          <p:cNvSpPr>
            <a:spLocks noGrp="1"/>
          </p:cNvSpPr>
          <p:nvPr>
            <p:ph type="sldNum" sz="quarter" idx="12"/>
          </p:nvPr>
        </p:nvSpPr>
        <p:spPr/>
        <p:txBody>
          <a:bodyPr/>
          <a:lstStyle/>
          <a:p>
            <a:fld id="{9DD34FA5-DE57-40F6-9D59-EB055F3CC13A}" type="slidenum">
              <a:rPr lang="en-US" smtClean="0"/>
              <a:t>‹#›</a:t>
            </a:fld>
            <a:endParaRPr lang="en-US"/>
          </a:p>
        </p:txBody>
      </p:sp>
    </p:spTree>
    <p:extLst>
      <p:ext uri="{BB962C8B-B14F-4D97-AF65-F5344CB8AC3E}">
        <p14:creationId xmlns:p14="http://schemas.microsoft.com/office/powerpoint/2010/main" val="454768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571613B-EC79-4149-7C76-EA2C89936F3F}"/>
              </a:ext>
            </a:extLst>
          </p:cNvPr>
          <p:cNvSpPr>
            <a:spLocks noGrp="1"/>
          </p:cNvSpPr>
          <p:nvPr>
            <p:ph type="dt" sz="half" idx="10"/>
          </p:nvPr>
        </p:nvSpPr>
        <p:spPr/>
        <p:txBody>
          <a:bodyPr/>
          <a:lstStyle>
            <a:lvl1pPr>
              <a:defRPr>
                <a:solidFill>
                  <a:schemeClr val="tx1"/>
                </a:solidFill>
              </a:defRPr>
            </a:lvl1pPr>
          </a:lstStyle>
          <a:p>
            <a:fld id="{E3280596-6DAD-489E-90D8-1359BE1DD7F3}" type="datetime4">
              <a:rPr lang="en-US" smtClean="0"/>
              <a:t>October 30, 2024</a:t>
            </a:fld>
            <a:endParaRPr lang="en-US"/>
          </a:p>
        </p:txBody>
      </p:sp>
      <p:sp>
        <p:nvSpPr>
          <p:cNvPr id="5" name="Footer Placeholder 4">
            <a:extLst>
              <a:ext uri="{FF2B5EF4-FFF2-40B4-BE49-F238E27FC236}">
                <a16:creationId xmlns:a16="http://schemas.microsoft.com/office/drawing/2014/main" id="{3671B5F7-F3CE-FE9D-6CE1-82F44EBCE46C}"/>
              </a:ext>
            </a:extLst>
          </p:cNvPr>
          <p:cNvSpPr>
            <a:spLocks noGrp="1"/>
          </p:cNvSpPr>
          <p:nvPr>
            <p:ph type="ftr" sz="quarter" idx="11"/>
          </p:nvPr>
        </p:nvSpPr>
        <p:spPr/>
        <p:txBody>
          <a:bodyPr/>
          <a:lstStyle>
            <a:lvl1pPr>
              <a:defRPr>
                <a:solidFill>
                  <a:schemeClr val="tx1"/>
                </a:solidFill>
              </a:defRPr>
            </a:lvl1pPr>
          </a:lstStyle>
          <a:p>
            <a:r>
              <a:rPr lang="en-US" dirty="0"/>
              <a:t>Presented by: Md. Abdullah</a:t>
            </a:r>
          </a:p>
        </p:txBody>
      </p:sp>
      <p:sp>
        <p:nvSpPr>
          <p:cNvPr id="6" name="Slide Number Placeholder 5">
            <a:extLst>
              <a:ext uri="{FF2B5EF4-FFF2-40B4-BE49-F238E27FC236}">
                <a16:creationId xmlns:a16="http://schemas.microsoft.com/office/drawing/2014/main" id="{6D27E466-ED8B-21FF-EF91-9FC4CBD5AF85}"/>
              </a:ext>
            </a:extLst>
          </p:cNvPr>
          <p:cNvSpPr>
            <a:spLocks noGrp="1"/>
          </p:cNvSpPr>
          <p:nvPr>
            <p:ph type="sldNum" sz="quarter" idx="12"/>
          </p:nvPr>
        </p:nvSpPr>
        <p:spPr/>
        <p:txBody>
          <a:bodyPr/>
          <a:lstStyle>
            <a:lvl1pPr>
              <a:defRPr>
                <a:solidFill>
                  <a:schemeClr val="tx1"/>
                </a:solidFill>
              </a:defRPr>
            </a:lvl1pPr>
          </a:lstStyle>
          <a:p>
            <a:fld id="{9DD34FA5-DE57-40F6-9D59-EB055F3CC13A}" type="slidenum">
              <a:rPr lang="en-US" smtClean="0"/>
              <a:pPr/>
              <a:t>‹#›</a:t>
            </a:fld>
            <a:endParaRPr lang="en-US"/>
          </a:p>
        </p:txBody>
      </p:sp>
    </p:spTree>
    <p:extLst>
      <p:ext uri="{BB962C8B-B14F-4D97-AF65-F5344CB8AC3E}">
        <p14:creationId xmlns:p14="http://schemas.microsoft.com/office/powerpoint/2010/main" val="1208864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7E5BE-F49D-8A4F-7523-3ADC5B0215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405BFB-0EE0-391A-06DB-61778CAACF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3D1139-268B-0B95-174A-D00B2CA1EEE1}"/>
              </a:ext>
            </a:extLst>
          </p:cNvPr>
          <p:cNvSpPr>
            <a:spLocks noGrp="1"/>
          </p:cNvSpPr>
          <p:nvPr>
            <p:ph type="dt" sz="half" idx="10"/>
          </p:nvPr>
        </p:nvSpPr>
        <p:spPr/>
        <p:txBody>
          <a:bodyPr/>
          <a:lstStyle/>
          <a:p>
            <a:fld id="{BD3B0CA3-F6C6-4BBC-B539-BF0CED125698}" type="datetime4">
              <a:rPr lang="en-US" smtClean="0"/>
              <a:t>October 30, 2024</a:t>
            </a:fld>
            <a:endParaRPr lang="en-US"/>
          </a:p>
        </p:txBody>
      </p:sp>
      <p:sp>
        <p:nvSpPr>
          <p:cNvPr id="5" name="Footer Placeholder 4">
            <a:extLst>
              <a:ext uri="{FF2B5EF4-FFF2-40B4-BE49-F238E27FC236}">
                <a16:creationId xmlns:a16="http://schemas.microsoft.com/office/drawing/2014/main" id="{06BFC3C9-F0B7-420C-56C7-46F6C41E9697}"/>
              </a:ext>
            </a:extLst>
          </p:cNvPr>
          <p:cNvSpPr>
            <a:spLocks noGrp="1"/>
          </p:cNvSpPr>
          <p:nvPr>
            <p:ph type="ftr" sz="quarter" idx="11"/>
          </p:nvPr>
        </p:nvSpPr>
        <p:spPr/>
        <p:txBody>
          <a:bodyPr/>
          <a:lstStyle/>
          <a:p>
            <a:r>
              <a:rPr lang="en-US"/>
              <a:t>Presented by: Md. Abdullah and Sohag Hossain</a:t>
            </a:r>
          </a:p>
        </p:txBody>
      </p:sp>
      <p:sp>
        <p:nvSpPr>
          <p:cNvPr id="6" name="Slide Number Placeholder 5">
            <a:extLst>
              <a:ext uri="{FF2B5EF4-FFF2-40B4-BE49-F238E27FC236}">
                <a16:creationId xmlns:a16="http://schemas.microsoft.com/office/drawing/2014/main" id="{2775D613-43C4-2102-A52F-7E47D1768CAE}"/>
              </a:ext>
            </a:extLst>
          </p:cNvPr>
          <p:cNvSpPr>
            <a:spLocks noGrp="1"/>
          </p:cNvSpPr>
          <p:nvPr>
            <p:ph type="sldNum" sz="quarter" idx="12"/>
          </p:nvPr>
        </p:nvSpPr>
        <p:spPr/>
        <p:txBody>
          <a:bodyPr/>
          <a:lstStyle/>
          <a:p>
            <a:fld id="{9DD34FA5-DE57-40F6-9D59-EB055F3CC13A}" type="slidenum">
              <a:rPr lang="en-US" smtClean="0"/>
              <a:t>‹#›</a:t>
            </a:fld>
            <a:endParaRPr lang="en-US"/>
          </a:p>
        </p:txBody>
      </p:sp>
    </p:spTree>
    <p:extLst>
      <p:ext uri="{BB962C8B-B14F-4D97-AF65-F5344CB8AC3E}">
        <p14:creationId xmlns:p14="http://schemas.microsoft.com/office/powerpoint/2010/main" val="1034418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72221-EB83-90E7-F8F4-722252B2AA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8E79DA-6E56-B8C3-78AB-8FACF4EE7E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584D1B-94F5-585C-E67B-35B776EC89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449C47-43BA-1234-9FEC-94B7F585D7BF}"/>
              </a:ext>
            </a:extLst>
          </p:cNvPr>
          <p:cNvSpPr>
            <a:spLocks noGrp="1"/>
          </p:cNvSpPr>
          <p:nvPr>
            <p:ph type="dt" sz="half" idx="10"/>
          </p:nvPr>
        </p:nvSpPr>
        <p:spPr/>
        <p:txBody>
          <a:bodyPr/>
          <a:lstStyle/>
          <a:p>
            <a:fld id="{99532686-85DA-4AB0-A3C8-E121804E1698}" type="datetime4">
              <a:rPr lang="en-US" smtClean="0"/>
              <a:t>October 30, 2024</a:t>
            </a:fld>
            <a:endParaRPr lang="en-US"/>
          </a:p>
        </p:txBody>
      </p:sp>
      <p:sp>
        <p:nvSpPr>
          <p:cNvPr id="6" name="Footer Placeholder 5">
            <a:extLst>
              <a:ext uri="{FF2B5EF4-FFF2-40B4-BE49-F238E27FC236}">
                <a16:creationId xmlns:a16="http://schemas.microsoft.com/office/drawing/2014/main" id="{0CE0695D-61A3-3A38-F088-22C8BACEF6BD}"/>
              </a:ext>
            </a:extLst>
          </p:cNvPr>
          <p:cNvSpPr>
            <a:spLocks noGrp="1"/>
          </p:cNvSpPr>
          <p:nvPr>
            <p:ph type="ftr" sz="quarter" idx="11"/>
          </p:nvPr>
        </p:nvSpPr>
        <p:spPr/>
        <p:txBody>
          <a:bodyPr/>
          <a:lstStyle/>
          <a:p>
            <a:r>
              <a:rPr lang="en-US"/>
              <a:t>Presented by: Md. Abdullah and Sohag Hossain</a:t>
            </a:r>
          </a:p>
        </p:txBody>
      </p:sp>
      <p:sp>
        <p:nvSpPr>
          <p:cNvPr id="7" name="Slide Number Placeholder 6">
            <a:extLst>
              <a:ext uri="{FF2B5EF4-FFF2-40B4-BE49-F238E27FC236}">
                <a16:creationId xmlns:a16="http://schemas.microsoft.com/office/drawing/2014/main" id="{44A56DA9-CB38-2964-B2F2-70359F4B4208}"/>
              </a:ext>
            </a:extLst>
          </p:cNvPr>
          <p:cNvSpPr>
            <a:spLocks noGrp="1"/>
          </p:cNvSpPr>
          <p:nvPr>
            <p:ph type="sldNum" sz="quarter" idx="12"/>
          </p:nvPr>
        </p:nvSpPr>
        <p:spPr/>
        <p:txBody>
          <a:bodyPr/>
          <a:lstStyle/>
          <a:p>
            <a:fld id="{9DD34FA5-DE57-40F6-9D59-EB055F3CC13A}" type="slidenum">
              <a:rPr lang="en-US" smtClean="0"/>
              <a:t>‹#›</a:t>
            </a:fld>
            <a:endParaRPr lang="en-US"/>
          </a:p>
        </p:txBody>
      </p:sp>
    </p:spTree>
    <p:extLst>
      <p:ext uri="{BB962C8B-B14F-4D97-AF65-F5344CB8AC3E}">
        <p14:creationId xmlns:p14="http://schemas.microsoft.com/office/powerpoint/2010/main" val="2249937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1A22-CD9C-1181-B482-F830B4F438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1BDB04C-1411-9EDE-3CE3-918C4EAF8E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FC09A2-88EA-C05C-5688-57501A2E6E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B15404-951C-2982-DB13-C21E6EE33E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178CBF-99B2-746F-F76B-4D8DF0FD78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7E406F-F5AA-0B4B-51D4-C972F0613C9B}"/>
              </a:ext>
            </a:extLst>
          </p:cNvPr>
          <p:cNvSpPr>
            <a:spLocks noGrp="1"/>
          </p:cNvSpPr>
          <p:nvPr>
            <p:ph type="dt" sz="half" idx="10"/>
          </p:nvPr>
        </p:nvSpPr>
        <p:spPr/>
        <p:txBody>
          <a:bodyPr/>
          <a:lstStyle/>
          <a:p>
            <a:fld id="{3523F2CD-A3D6-414E-B9EC-732811EA7701}" type="datetime4">
              <a:rPr lang="en-US" smtClean="0"/>
              <a:t>October 30, 2024</a:t>
            </a:fld>
            <a:endParaRPr lang="en-US"/>
          </a:p>
        </p:txBody>
      </p:sp>
      <p:sp>
        <p:nvSpPr>
          <p:cNvPr id="8" name="Footer Placeholder 7">
            <a:extLst>
              <a:ext uri="{FF2B5EF4-FFF2-40B4-BE49-F238E27FC236}">
                <a16:creationId xmlns:a16="http://schemas.microsoft.com/office/drawing/2014/main" id="{71D32372-3EBE-7E99-4F5D-5C4A2FAFD76D}"/>
              </a:ext>
            </a:extLst>
          </p:cNvPr>
          <p:cNvSpPr>
            <a:spLocks noGrp="1"/>
          </p:cNvSpPr>
          <p:nvPr>
            <p:ph type="ftr" sz="quarter" idx="11"/>
          </p:nvPr>
        </p:nvSpPr>
        <p:spPr/>
        <p:txBody>
          <a:bodyPr/>
          <a:lstStyle/>
          <a:p>
            <a:r>
              <a:rPr lang="en-US"/>
              <a:t>Presented by: Md. Abdullah and Sohag Hossain</a:t>
            </a:r>
          </a:p>
        </p:txBody>
      </p:sp>
      <p:sp>
        <p:nvSpPr>
          <p:cNvPr id="9" name="Slide Number Placeholder 8">
            <a:extLst>
              <a:ext uri="{FF2B5EF4-FFF2-40B4-BE49-F238E27FC236}">
                <a16:creationId xmlns:a16="http://schemas.microsoft.com/office/drawing/2014/main" id="{F5D7AA52-C8FA-6E41-D3A9-41749A882E52}"/>
              </a:ext>
            </a:extLst>
          </p:cNvPr>
          <p:cNvSpPr>
            <a:spLocks noGrp="1"/>
          </p:cNvSpPr>
          <p:nvPr>
            <p:ph type="sldNum" sz="quarter" idx="12"/>
          </p:nvPr>
        </p:nvSpPr>
        <p:spPr/>
        <p:txBody>
          <a:bodyPr/>
          <a:lstStyle/>
          <a:p>
            <a:fld id="{9DD34FA5-DE57-40F6-9D59-EB055F3CC13A}" type="slidenum">
              <a:rPr lang="en-US" smtClean="0"/>
              <a:t>‹#›</a:t>
            </a:fld>
            <a:endParaRPr lang="en-US"/>
          </a:p>
        </p:txBody>
      </p:sp>
    </p:spTree>
    <p:extLst>
      <p:ext uri="{BB962C8B-B14F-4D97-AF65-F5344CB8AC3E}">
        <p14:creationId xmlns:p14="http://schemas.microsoft.com/office/powerpoint/2010/main" val="717040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0AD91-A293-E6B4-5A8E-732890A637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2F6B21-3F1E-D811-D486-AAC584853425}"/>
              </a:ext>
            </a:extLst>
          </p:cNvPr>
          <p:cNvSpPr>
            <a:spLocks noGrp="1"/>
          </p:cNvSpPr>
          <p:nvPr>
            <p:ph type="dt" sz="half" idx="10"/>
          </p:nvPr>
        </p:nvSpPr>
        <p:spPr/>
        <p:txBody>
          <a:bodyPr/>
          <a:lstStyle/>
          <a:p>
            <a:fld id="{3D02A592-7DA4-4397-88A4-520D7DFC84EF}" type="datetime4">
              <a:rPr lang="en-US" smtClean="0"/>
              <a:t>October 30, 2024</a:t>
            </a:fld>
            <a:endParaRPr lang="en-US"/>
          </a:p>
        </p:txBody>
      </p:sp>
      <p:sp>
        <p:nvSpPr>
          <p:cNvPr id="4" name="Footer Placeholder 3">
            <a:extLst>
              <a:ext uri="{FF2B5EF4-FFF2-40B4-BE49-F238E27FC236}">
                <a16:creationId xmlns:a16="http://schemas.microsoft.com/office/drawing/2014/main" id="{300B9F94-BA79-FE76-89F2-7DC96700D876}"/>
              </a:ext>
            </a:extLst>
          </p:cNvPr>
          <p:cNvSpPr>
            <a:spLocks noGrp="1"/>
          </p:cNvSpPr>
          <p:nvPr>
            <p:ph type="ftr" sz="quarter" idx="11"/>
          </p:nvPr>
        </p:nvSpPr>
        <p:spPr/>
        <p:txBody>
          <a:bodyPr/>
          <a:lstStyle/>
          <a:p>
            <a:r>
              <a:rPr lang="en-US"/>
              <a:t>Presented by: Md. Abdullah and Sohag Hossain</a:t>
            </a:r>
          </a:p>
        </p:txBody>
      </p:sp>
      <p:sp>
        <p:nvSpPr>
          <p:cNvPr id="5" name="Slide Number Placeholder 4">
            <a:extLst>
              <a:ext uri="{FF2B5EF4-FFF2-40B4-BE49-F238E27FC236}">
                <a16:creationId xmlns:a16="http://schemas.microsoft.com/office/drawing/2014/main" id="{70234C4E-DEFC-68BA-75CA-B96AF282B57E}"/>
              </a:ext>
            </a:extLst>
          </p:cNvPr>
          <p:cNvSpPr>
            <a:spLocks noGrp="1"/>
          </p:cNvSpPr>
          <p:nvPr>
            <p:ph type="sldNum" sz="quarter" idx="12"/>
          </p:nvPr>
        </p:nvSpPr>
        <p:spPr/>
        <p:txBody>
          <a:bodyPr/>
          <a:lstStyle/>
          <a:p>
            <a:fld id="{9DD34FA5-DE57-40F6-9D59-EB055F3CC13A}" type="slidenum">
              <a:rPr lang="en-US" smtClean="0"/>
              <a:t>‹#›</a:t>
            </a:fld>
            <a:endParaRPr lang="en-US"/>
          </a:p>
        </p:txBody>
      </p:sp>
    </p:spTree>
    <p:extLst>
      <p:ext uri="{BB962C8B-B14F-4D97-AF65-F5344CB8AC3E}">
        <p14:creationId xmlns:p14="http://schemas.microsoft.com/office/powerpoint/2010/main" val="3415763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EB1BE9-325F-2D09-6480-DE311017EA3B}"/>
              </a:ext>
            </a:extLst>
          </p:cNvPr>
          <p:cNvSpPr>
            <a:spLocks noGrp="1"/>
          </p:cNvSpPr>
          <p:nvPr>
            <p:ph type="dt" sz="half" idx="10"/>
          </p:nvPr>
        </p:nvSpPr>
        <p:spPr/>
        <p:txBody>
          <a:bodyPr/>
          <a:lstStyle/>
          <a:p>
            <a:fld id="{1E710AB2-7D10-4F45-AF9A-CE96269FCBE3}" type="datetime4">
              <a:rPr lang="en-US" smtClean="0"/>
              <a:t>October 30, 2024</a:t>
            </a:fld>
            <a:endParaRPr lang="en-US"/>
          </a:p>
        </p:txBody>
      </p:sp>
      <p:sp>
        <p:nvSpPr>
          <p:cNvPr id="3" name="Footer Placeholder 2">
            <a:extLst>
              <a:ext uri="{FF2B5EF4-FFF2-40B4-BE49-F238E27FC236}">
                <a16:creationId xmlns:a16="http://schemas.microsoft.com/office/drawing/2014/main" id="{488163DE-5E6C-41BC-88D9-223D188693D1}"/>
              </a:ext>
            </a:extLst>
          </p:cNvPr>
          <p:cNvSpPr>
            <a:spLocks noGrp="1"/>
          </p:cNvSpPr>
          <p:nvPr>
            <p:ph type="ftr" sz="quarter" idx="11"/>
          </p:nvPr>
        </p:nvSpPr>
        <p:spPr/>
        <p:txBody>
          <a:bodyPr/>
          <a:lstStyle/>
          <a:p>
            <a:r>
              <a:rPr lang="en-US"/>
              <a:t>Presented by: Md. Abdullah and Sohag Hossain</a:t>
            </a:r>
          </a:p>
        </p:txBody>
      </p:sp>
      <p:sp>
        <p:nvSpPr>
          <p:cNvPr id="4" name="Slide Number Placeholder 3">
            <a:extLst>
              <a:ext uri="{FF2B5EF4-FFF2-40B4-BE49-F238E27FC236}">
                <a16:creationId xmlns:a16="http://schemas.microsoft.com/office/drawing/2014/main" id="{8B62BFE6-2FE8-5F4E-880E-38338ADFE002}"/>
              </a:ext>
            </a:extLst>
          </p:cNvPr>
          <p:cNvSpPr>
            <a:spLocks noGrp="1"/>
          </p:cNvSpPr>
          <p:nvPr>
            <p:ph type="sldNum" sz="quarter" idx="12"/>
          </p:nvPr>
        </p:nvSpPr>
        <p:spPr/>
        <p:txBody>
          <a:bodyPr/>
          <a:lstStyle/>
          <a:p>
            <a:fld id="{9DD34FA5-DE57-40F6-9D59-EB055F3CC13A}" type="slidenum">
              <a:rPr lang="en-US" smtClean="0"/>
              <a:t>‹#›</a:t>
            </a:fld>
            <a:endParaRPr lang="en-US"/>
          </a:p>
        </p:txBody>
      </p:sp>
    </p:spTree>
    <p:extLst>
      <p:ext uri="{BB962C8B-B14F-4D97-AF65-F5344CB8AC3E}">
        <p14:creationId xmlns:p14="http://schemas.microsoft.com/office/powerpoint/2010/main" val="1209304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05C02-96A3-B311-E525-069BEDFCE7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DEDCC21-669F-5F82-1299-77BD43D54C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D09E0C-DE3E-6D50-FCB1-7F95F25102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1A47BA-B569-C682-603E-091A2B666F5B}"/>
              </a:ext>
            </a:extLst>
          </p:cNvPr>
          <p:cNvSpPr>
            <a:spLocks noGrp="1"/>
          </p:cNvSpPr>
          <p:nvPr>
            <p:ph type="dt" sz="half" idx="10"/>
          </p:nvPr>
        </p:nvSpPr>
        <p:spPr/>
        <p:txBody>
          <a:bodyPr/>
          <a:lstStyle/>
          <a:p>
            <a:fld id="{46D79A58-7336-4AFC-89FB-91D8FF247579}" type="datetime4">
              <a:rPr lang="en-US" smtClean="0"/>
              <a:t>October 30, 2024</a:t>
            </a:fld>
            <a:endParaRPr lang="en-US"/>
          </a:p>
        </p:txBody>
      </p:sp>
      <p:sp>
        <p:nvSpPr>
          <p:cNvPr id="6" name="Footer Placeholder 5">
            <a:extLst>
              <a:ext uri="{FF2B5EF4-FFF2-40B4-BE49-F238E27FC236}">
                <a16:creationId xmlns:a16="http://schemas.microsoft.com/office/drawing/2014/main" id="{D4F645D4-1C44-38EA-E41E-01286EF376F2}"/>
              </a:ext>
            </a:extLst>
          </p:cNvPr>
          <p:cNvSpPr>
            <a:spLocks noGrp="1"/>
          </p:cNvSpPr>
          <p:nvPr>
            <p:ph type="ftr" sz="quarter" idx="11"/>
          </p:nvPr>
        </p:nvSpPr>
        <p:spPr/>
        <p:txBody>
          <a:bodyPr/>
          <a:lstStyle/>
          <a:p>
            <a:r>
              <a:rPr lang="en-US"/>
              <a:t>Presented by: Md. Abdullah and Sohag Hossain</a:t>
            </a:r>
          </a:p>
        </p:txBody>
      </p:sp>
      <p:sp>
        <p:nvSpPr>
          <p:cNvPr id="7" name="Slide Number Placeholder 6">
            <a:extLst>
              <a:ext uri="{FF2B5EF4-FFF2-40B4-BE49-F238E27FC236}">
                <a16:creationId xmlns:a16="http://schemas.microsoft.com/office/drawing/2014/main" id="{00CF9792-E538-14AA-CCF2-11E75F154D2E}"/>
              </a:ext>
            </a:extLst>
          </p:cNvPr>
          <p:cNvSpPr>
            <a:spLocks noGrp="1"/>
          </p:cNvSpPr>
          <p:nvPr>
            <p:ph type="sldNum" sz="quarter" idx="12"/>
          </p:nvPr>
        </p:nvSpPr>
        <p:spPr/>
        <p:txBody>
          <a:bodyPr/>
          <a:lstStyle/>
          <a:p>
            <a:fld id="{9DD34FA5-DE57-40F6-9D59-EB055F3CC13A}" type="slidenum">
              <a:rPr lang="en-US" smtClean="0"/>
              <a:t>‹#›</a:t>
            </a:fld>
            <a:endParaRPr lang="en-US"/>
          </a:p>
        </p:txBody>
      </p:sp>
    </p:spTree>
    <p:extLst>
      <p:ext uri="{BB962C8B-B14F-4D97-AF65-F5344CB8AC3E}">
        <p14:creationId xmlns:p14="http://schemas.microsoft.com/office/powerpoint/2010/main" val="2670552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D6453-568D-9C85-76D9-20A8820DC9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4212B0B-BC8E-986E-C622-A64B650827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4E3C13-7812-FF14-3EE7-D6E417B899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8C76D0-6F4D-C711-901E-B03887D055FA}"/>
              </a:ext>
            </a:extLst>
          </p:cNvPr>
          <p:cNvSpPr>
            <a:spLocks noGrp="1"/>
          </p:cNvSpPr>
          <p:nvPr>
            <p:ph type="dt" sz="half" idx="10"/>
          </p:nvPr>
        </p:nvSpPr>
        <p:spPr/>
        <p:txBody>
          <a:bodyPr/>
          <a:lstStyle/>
          <a:p>
            <a:fld id="{4C392DCC-2D16-466E-9C58-C405E11E27EC}" type="datetime4">
              <a:rPr lang="en-US" smtClean="0"/>
              <a:t>October 30, 2024</a:t>
            </a:fld>
            <a:endParaRPr lang="en-US"/>
          </a:p>
        </p:txBody>
      </p:sp>
      <p:sp>
        <p:nvSpPr>
          <p:cNvPr id="6" name="Footer Placeholder 5">
            <a:extLst>
              <a:ext uri="{FF2B5EF4-FFF2-40B4-BE49-F238E27FC236}">
                <a16:creationId xmlns:a16="http://schemas.microsoft.com/office/drawing/2014/main" id="{E5649780-5C3C-E056-FC03-9E37E5DF77E2}"/>
              </a:ext>
            </a:extLst>
          </p:cNvPr>
          <p:cNvSpPr>
            <a:spLocks noGrp="1"/>
          </p:cNvSpPr>
          <p:nvPr>
            <p:ph type="ftr" sz="quarter" idx="11"/>
          </p:nvPr>
        </p:nvSpPr>
        <p:spPr/>
        <p:txBody>
          <a:bodyPr/>
          <a:lstStyle/>
          <a:p>
            <a:r>
              <a:rPr lang="en-US"/>
              <a:t>Presented by: Md. Abdullah and Sohag Hossain</a:t>
            </a:r>
          </a:p>
        </p:txBody>
      </p:sp>
      <p:sp>
        <p:nvSpPr>
          <p:cNvPr id="7" name="Slide Number Placeholder 6">
            <a:extLst>
              <a:ext uri="{FF2B5EF4-FFF2-40B4-BE49-F238E27FC236}">
                <a16:creationId xmlns:a16="http://schemas.microsoft.com/office/drawing/2014/main" id="{7EDE2C18-0DC3-A38B-AE60-DE92A3C9E561}"/>
              </a:ext>
            </a:extLst>
          </p:cNvPr>
          <p:cNvSpPr>
            <a:spLocks noGrp="1"/>
          </p:cNvSpPr>
          <p:nvPr>
            <p:ph type="sldNum" sz="quarter" idx="12"/>
          </p:nvPr>
        </p:nvSpPr>
        <p:spPr/>
        <p:txBody>
          <a:bodyPr/>
          <a:lstStyle/>
          <a:p>
            <a:fld id="{9DD34FA5-DE57-40F6-9D59-EB055F3CC13A}" type="slidenum">
              <a:rPr lang="en-US" smtClean="0"/>
              <a:t>‹#›</a:t>
            </a:fld>
            <a:endParaRPr lang="en-US"/>
          </a:p>
        </p:txBody>
      </p:sp>
    </p:spTree>
    <p:extLst>
      <p:ext uri="{BB962C8B-B14F-4D97-AF65-F5344CB8AC3E}">
        <p14:creationId xmlns:p14="http://schemas.microsoft.com/office/powerpoint/2010/main" val="982055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5C41B-6973-1FB7-DE57-D73DAA044F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E6BBDD-CF68-4F7E-E0CE-2BA52A7A2F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8C32C1-4CEA-3DC1-A4D0-04284E1500A6}"/>
              </a:ext>
            </a:extLst>
          </p:cNvPr>
          <p:cNvSpPr>
            <a:spLocks noGrp="1"/>
          </p:cNvSpPr>
          <p:nvPr>
            <p:ph type="dt" sz="half" idx="10"/>
          </p:nvPr>
        </p:nvSpPr>
        <p:spPr/>
        <p:txBody>
          <a:bodyPr/>
          <a:lstStyle/>
          <a:p>
            <a:fld id="{23267810-9E49-4477-918F-DE587128F783}" type="datetime4">
              <a:rPr lang="en-US" smtClean="0"/>
              <a:t>October 30, 2024</a:t>
            </a:fld>
            <a:endParaRPr lang="en-US"/>
          </a:p>
        </p:txBody>
      </p:sp>
      <p:sp>
        <p:nvSpPr>
          <p:cNvPr id="5" name="Footer Placeholder 4">
            <a:extLst>
              <a:ext uri="{FF2B5EF4-FFF2-40B4-BE49-F238E27FC236}">
                <a16:creationId xmlns:a16="http://schemas.microsoft.com/office/drawing/2014/main" id="{6913117A-1739-C282-2020-6830934F5652}"/>
              </a:ext>
            </a:extLst>
          </p:cNvPr>
          <p:cNvSpPr>
            <a:spLocks noGrp="1"/>
          </p:cNvSpPr>
          <p:nvPr>
            <p:ph type="ftr" sz="quarter" idx="11"/>
          </p:nvPr>
        </p:nvSpPr>
        <p:spPr/>
        <p:txBody>
          <a:bodyPr/>
          <a:lstStyle/>
          <a:p>
            <a:r>
              <a:rPr lang="en-US"/>
              <a:t>Presented by: Md. Abdullah and Sohag Hossain</a:t>
            </a:r>
          </a:p>
        </p:txBody>
      </p:sp>
      <p:sp>
        <p:nvSpPr>
          <p:cNvPr id="6" name="Slide Number Placeholder 5">
            <a:extLst>
              <a:ext uri="{FF2B5EF4-FFF2-40B4-BE49-F238E27FC236}">
                <a16:creationId xmlns:a16="http://schemas.microsoft.com/office/drawing/2014/main" id="{CF4DA4A1-8E57-EF74-0D14-4A0F01116FFB}"/>
              </a:ext>
            </a:extLst>
          </p:cNvPr>
          <p:cNvSpPr>
            <a:spLocks noGrp="1"/>
          </p:cNvSpPr>
          <p:nvPr>
            <p:ph type="sldNum" sz="quarter" idx="12"/>
          </p:nvPr>
        </p:nvSpPr>
        <p:spPr/>
        <p:txBody>
          <a:bodyPr/>
          <a:lstStyle/>
          <a:p>
            <a:fld id="{9DD34FA5-DE57-40F6-9D59-EB055F3CC13A}" type="slidenum">
              <a:rPr lang="en-US" smtClean="0"/>
              <a:t>‹#›</a:t>
            </a:fld>
            <a:endParaRPr lang="en-US"/>
          </a:p>
        </p:txBody>
      </p:sp>
    </p:spTree>
    <p:extLst>
      <p:ext uri="{BB962C8B-B14F-4D97-AF65-F5344CB8AC3E}">
        <p14:creationId xmlns:p14="http://schemas.microsoft.com/office/powerpoint/2010/main" val="374894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D20DAF-14A5-BB44-3900-4D16FB5DF7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08211C-7097-23F1-D1A3-C9FE962770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5065E-5E2A-9A56-5982-D6EC9CCC12C0}"/>
              </a:ext>
            </a:extLst>
          </p:cNvPr>
          <p:cNvSpPr>
            <a:spLocks noGrp="1"/>
          </p:cNvSpPr>
          <p:nvPr>
            <p:ph type="dt" sz="half" idx="10"/>
          </p:nvPr>
        </p:nvSpPr>
        <p:spPr/>
        <p:txBody>
          <a:bodyPr/>
          <a:lstStyle/>
          <a:p>
            <a:fld id="{58B1598A-C82D-4141-B4E8-CBF7B655F007}" type="datetime4">
              <a:rPr lang="en-US" smtClean="0"/>
              <a:t>October 30, 2024</a:t>
            </a:fld>
            <a:endParaRPr lang="en-US"/>
          </a:p>
        </p:txBody>
      </p:sp>
      <p:sp>
        <p:nvSpPr>
          <p:cNvPr id="5" name="Footer Placeholder 4">
            <a:extLst>
              <a:ext uri="{FF2B5EF4-FFF2-40B4-BE49-F238E27FC236}">
                <a16:creationId xmlns:a16="http://schemas.microsoft.com/office/drawing/2014/main" id="{CDBC3A76-090B-0C59-659A-934D4A1E2D94}"/>
              </a:ext>
            </a:extLst>
          </p:cNvPr>
          <p:cNvSpPr>
            <a:spLocks noGrp="1"/>
          </p:cNvSpPr>
          <p:nvPr>
            <p:ph type="ftr" sz="quarter" idx="11"/>
          </p:nvPr>
        </p:nvSpPr>
        <p:spPr/>
        <p:txBody>
          <a:bodyPr/>
          <a:lstStyle/>
          <a:p>
            <a:r>
              <a:rPr lang="en-US"/>
              <a:t>Presented by: Md. Abdullah and Sohag Hossain</a:t>
            </a:r>
          </a:p>
        </p:txBody>
      </p:sp>
      <p:sp>
        <p:nvSpPr>
          <p:cNvPr id="6" name="Slide Number Placeholder 5">
            <a:extLst>
              <a:ext uri="{FF2B5EF4-FFF2-40B4-BE49-F238E27FC236}">
                <a16:creationId xmlns:a16="http://schemas.microsoft.com/office/drawing/2014/main" id="{39BAFFF2-96EE-3A63-5EFD-C1DB03C7650C}"/>
              </a:ext>
            </a:extLst>
          </p:cNvPr>
          <p:cNvSpPr>
            <a:spLocks noGrp="1"/>
          </p:cNvSpPr>
          <p:nvPr>
            <p:ph type="sldNum" sz="quarter" idx="12"/>
          </p:nvPr>
        </p:nvSpPr>
        <p:spPr/>
        <p:txBody>
          <a:bodyPr/>
          <a:lstStyle/>
          <a:p>
            <a:fld id="{9DD34FA5-DE57-40F6-9D59-EB055F3CC13A}" type="slidenum">
              <a:rPr lang="en-US" smtClean="0"/>
              <a:t>‹#›</a:t>
            </a:fld>
            <a:endParaRPr lang="en-US"/>
          </a:p>
        </p:txBody>
      </p:sp>
    </p:spTree>
    <p:extLst>
      <p:ext uri="{BB962C8B-B14F-4D97-AF65-F5344CB8AC3E}">
        <p14:creationId xmlns:p14="http://schemas.microsoft.com/office/powerpoint/2010/main" val="511387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C14334-A969-A680-3EF0-DBCEDE960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8E3CED-64A9-99B1-3938-819F0D66D7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51D9A5-5FE4-7B24-B59E-C364F4A9E3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E0E7BE-5D07-468E-BDEC-308BA670308B}" type="datetime4">
              <a:rPr lang="en-US" smtClean="0"/>
              <a:t>October 30, 2024</a:t>
            </a:fld>
            <a:endParaRPr lang="en-US"/>
          </a:p>
        </p:txBody>
      </p:sp>
      <p:sp>
        <p:nvSpPr>
          <p:cNvPr id="5" name="Footer Placeholder 4">
            <a:extLst>
              <a:ext uri="{FF2B5EF4-FFF2-40B4-BE49-F238E27FC236}">
                <a16:creationId xmlns:a16="http://schemas.microsoft.com/office/drawing/2014/main" id="{015A31FC-1114-9091-52D7-1AF74D2A1C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Presented by: Md. Abdullah and Sohag Hossain</a:t>
            </a:r>
          </a:p>
        </p:txBody>
      </p:sp>
      <p:sp>
        <p:nvSpPr>
          <p:cNvPr id="6" name="Slide Number Placeholder 5">
            <a:extLst>
              <a:ext uri="{FF2B5EF4-FFF2-40B4-BE49-F238E27FC236}">
                <a16:creationId xmlns:a16="http://schemas.microsoft.com/office/drawing/2014/main" id="{516B2560-C08E-933D-B370-2BDFAA49E7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D34FA5-DE57-40F6-9D59-EB055F3CC13A}" type="slidenum">
              <a:rPr lang="en-US" smtClean="0"/>
              <a:t>‹#›</a:t>
            </a:fld>
            <a:endParaRPr lang="en-US"/>
          </a:p>
        </p:txBody>
      </p:sp>
    </p:spTree>
    <p:extLst>
      <p:ext uri="{BB962C8B-B14F-4D97-AF65-F5344CB8AC3E}">
        <p14:creationId xmlns:p14="http://schemas.microsoft.com/office/powerpoint/2010/main" val="881779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2E4A9-EF16-3329-EEF2-17F0AA4B3328}"/>
              </a:ext>
            </a:extLst>
          </p:cNvPr>
          <p:cNvSpPr>
            <a:spLocks noGrp="1"/>
          </p:cNvSpPr>
          <p:nvPr>
            <p:ph type="title" idx="4294967295"/>
          </p:nvPr>
        </p:nvSpPr>
        <p:spPr>
          <a:xfrm>
            <a:off x="456653" y="401107"/>
            <a:ext cx="10125323" cy="1593020"/>
          </a:xfrm>
        </p:spPr>
        <p:txBody>
          <a:bodyPr>
            <a:normAutofit/>
          </a:bodyPr>
          <a:lstStyle/>
          <a:p>
            <a:pPr algn="ctr"/>
            <a:r>
              <a:rPr lang="en-US" b="1" dirty="0"/>
              <a:t>Merge Sort </a:t>
            </a:r>
          </a:p>
        </p:txBody>
      </p:sp>
      <p:sp>
        <p:nvSpPr>
          <p:cNvPr id="4" name="Date Placeholder 3">
            <a:extLst>
              <a:ext uri="{FF2B5EF4-FFF2-40B4-BE49-F238E27FC236}">
                <a16:creationId xmlns:a16="http://schemas.microsoft.com/office/drawing/2014/main" id="{96316959-1F3C-5E10-0985-7758D009EBA1}"/>
              </a:ext>
            </a:extLst>
          </p:cNvPr>
          <p:cNvSpPr>
            <a:spLocks noGrp="1"/>
          </p:cNvSpPr>
          <p:nvPr>
            <p:ph type="dt" sz="half" idx="10"/>
          </p:nvPr>
        </p:nvSpPr>
        <p:spPr/>
        <p:txBody>
          <a:bodyPr/>
          <a:lstStyle/>
          <a:p>
            <a:fld id="{CA257A6B-DEB2-4B62-956D-7CD8AB03F017}" type="datetime4">
              <a:rPr lang="en-US" sz="1400" smtClean="0">
                <a:solidFill>
                  <a:schemeClr val="tx1"/>
                </a:solidFill>
              </a:rPr>
              <a:t>October 30, 2024</a:t>
            </a:fld>
            <a:endParaRPr lang="en-US" sz="1400" dirty="0">
              <a:solidFill>
                <a:schemeClr val="tx1"/>
              </a:solidFill>
            </a:endParaRPr>
          </a:p>
        </p:txBody>
      </p:sp>
      <p:sp>
        <p:nvSpPr>
          <p:cNvPr id="6" name="Slide Number Placeholder 5">
            <a:extLst>
              <a:ext uri="{FF2B5EF4-FFF2-40B4-BE49-F238E27FC236}">
                <a16:creationId xmlns:a16="http://schemas.microsoft.com/office/drawing/2014/main" id="{030FE8D6-683D-9FFC-ED11-53FEF7283B21}"/>
              </a:ext>
            </a:extLst>
          </p:cNvPr>
          <p:cNvSpPr>
            <a:spLocks noGrp="1"/>
          </p:cNvSpPr>
          <p:nvPr>
            <p:ph type="sldNum" sz="quarter" idx="12"/>
          </p:nvPr>
        </p:nvSpPr>
        <p:spPr/>
        <p:txBody>
          <a:bodyPr/>
          <a:lstStyle/>
          <a:p>
            <a:fld id="{9DD34FA5-DE57-40F6-9D59-EB055F3CC13A}" type="slidenum">
              <a:rPr lang="en-US" sz="1400" smtClean="0"/>
              <a:t>1</a:t>
            </a:fld>
            <a:endParaRPr lang="en-US" sz="1400"/>
          </a:p>
        </p:txBody>
      </p:sp>
    </p:spTree>
    <p:extLst>
      <p:ext uri="{BB962C8B-B14F-4D97-AF65-F5344CB8AC3E}">
        <p14:creationId xmlns:p14="http://schemas.microsoft.com/office/powerpoint/2010/main" val="572749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8B68B-110A-B154-419E-5706941D8D2B}"/>
              </a:ext>
            </a:extLst>
          </p:cNvPr>
          <p:cNvSpPr>
            <a:spLocks noGrp="1"/>
          </p:cNvSpPr>
          <p:nvPr>
            <p:ph type="title" idx="4294967295"/>
          </p:nvPr>
        </p:nvSpPr>
        <p:spPr>
          <a:xfrm>
            <a:off x="838200" y="372441"/>
            <a:ext cx="10515600" cy="986597"/>
          </a:xfrm>
        </p:spPr>
        <p:txBody>
          <a:bodyPr>
            <a:normAutofit/>
          </a:bodyPr>
          <a:lstStyle/>
          <a:p>
            <a:pPr algn="ctr"/>
            <a:r>
              <a:rPr lang="en-US" sz="3600" b="1" dirty="0"/>
              <a:t>Contents</a:t>
            </a:r>
          </a:p>
        </p:txBody>
      </p:sp>
      <p:sp>
        <p:nvSpPr>
          <p:cNvPr id="3" name="Content Placeholder 2">
            <a:extLst>
              <a:ext uri="{FF2B5EF4-FFF2-40B4-BE49-F238E27FC236}">
                <a16:creationId xmlns:a16="http://schemas.microsoft.com/office/drawing/2014/main" id="{E874363A-8B63-3C49-D185-759B30646873}"/>
              </a:ext>
            </a:extLst>
          </p:cNvPr>
          <p:cNvSpPr>
            <a:spLocks noGrp="1"/>
          </p:cNvSpPr>
          <p:nvPr>
            <p:ph idx="4294967295"/>
          </p:nvPr>
        </p:nvSpPr>
        <p:spPr>
          <a:xfrm>
            <a:off x="1957317" y="1778434"/>
            <a:ext cx="7315200" cy="3653375"/>
          </a:xfrm>
        </p:spPr>
        <p:txBody>
          <a:bodyPr>
            <a:normAutofit/>
          </a:bodyPr>
          <a:lstStyle/>
          <a:p>
            <a:pPr>
              <a:buFont typeface="Wingdings" panose="05000000000000000000" pitchFamily="2" charset="2"/>
              <a:buChar char="v"/>
            </a:pPr>
            <a:r>
              <a:rPr lang="en-US" sz="2400" dirty="0"/>
              <a:t> Introduction to Merge Sort</a:t>
            </a:r>
          </a:p>
          <a:p>
            <a:pPr>
              <a:buFont typeface="Wingdings" panose="05000000000000000000" pitchFamily="2" charset="2"/>
              <a:buChar char="v"/>
            </a:pPr>
            <a:r>
              <a:rPr lang="en-US" sz="2400" dirty="0"/>
              <a:t> Merge Sort Algorithm</a:t>
            </a:r>
          </a:p>
          <a:p>
            <a:pPr>
              <a:buFont typeface="Wingdings" panose="05000000000000000000" pitchFamily="2" charset="2"/>
              <a:buChar char="v"/>
            </a:pPr>
            <a:r>
              <a:rPr lang="en-US" sz="2400" dirty="0"/>
              <a:t> Merge Sort Procedure</a:t>
            </a:r>
          </a:p>
          <a:p>
            <a:pPr>
              <a:buFont typeface="Wingdings" panose="05000000000000000000" pitchFamily="2" charset="2"/>
              <a:buChar char="v"/>
            </a:pPr>
            <a:r>
              <a:rPr lang="en-US" sz="2400" dirty="0"/>
              <a:t> Complexity</a:t>
            </a:r>
          </a:p>
          <a:p>
            <a:pPr>
              <a:buFont typeface="Wingdings" panose="05000000000000000000" pitchFamily="2" charset="2"/>
              <a:buChar char="v"/>
            </a:pPr>
            <a:r>
              <a:rPr lang="en-US" sz="2400" dirty="0"/>
              <a:t> Advantages and Disadvantages</a:t>
            </a:r>
          </a:p>
        </p:txBody>
      </p:sp>
      <p:sp>
        <p:nvSpPr>
          <p:cNvPr id="4" name="Date Placeholder 3">
            <a:extLst>
              <a:ext uri="{FF2B5EF4-FFF2-40B4-BE49-F238E27FC236}">
                <a16:creationId xmlns:a16="http://schemas.microsoft.com/office/drawing/2014/main" id="{04491FF4-0EAE-D159-4B18-8144560EB901}"/>
              </a:ext>
            </a:extLst>
          </p:cNvPr>
          <p:cNvSpPr>
            <a:spLocks noGrp="1"/>
          </p:cNvSpPr>
          <p:nvPr>
            <p:ph type="dt" sz="half" idx="10"/>
          </p:nvPr>
        </p:nvSpPr>
        <p:spPr>
          <a:xfrm>
            <a:off x="838200" y="6302995"/>
            <a:ext cx="2743200" cy="365125"/>
          </a:xfrm>
        </p:spPr>
        <p:txBody>
          <a:bodyPr/>
          <a:lstStyle/>
          <a:p>
            <a:fld id="{4258EEB7-5768-4C10-8B5B-78677D2B3B24}" type="datetime4">
              <a:rPr lang="en-US" sz="1400" smtClean="0"/>
              <a:t>October 30, 2024</a:t>
            </a:fld>
            <a:endParaRPr lang="en-US" sz="1400" dirty="0"/>
          </a:p>
        </p:txBody>
      </p:sp>
      <p:sp>
        <p:nvSpPr>
          <p:cNvPr id="6" name="Slide Number Placeholder 5">
            <a:extLst>
              <a:ext uri="{FF2B5EF4-FFF2-40B4-BE49-F238E27FC236}">
                <a16:creationId xmlns:a16="http://schemas.microsoft.com/office/drawing/2014/main" id="{E0D7A717-BEB6-7FF7-D405-28D6A77522F5}"/>
              </a:ext>
            </a:extLst>
          </p:cNvPr>
          <p:cNvSpPr>
            <a:spLocks noGrp="1"/>
          </p:cNvSpPr>
          <p:nvPr>
            <p:ph type="sldNum" sz="quarter" idx="12"/>
          </p:nvPr>
        </p:nvSpPr>
        <p:spPr>
          <a:xfrm>
            <a:off x="8610600" y="6302996"/>
            <a:ext cx="2743200" cy="365125"/>
          </a:xfrm>
        </p:spPr>
        <p:txBody>
          <a:bodyPr/>
          <a:lstStyle/>
          <a:p>
            <a:fld id="{9DD34FA5-DE57-40F6-9D59-EB055F3CC13A}" type="slidenum">
              <a:rPr lang="en-US" sz="1400" smtClean="0"/>
              <a:t>2</a:t>
            </a:fld>
            <a:endParaRPr lang="en-US" sz="1400"/>
          </a:p>
        </p:txBody>
      </p:sp>
    </p:spTree>
    <p:extLst>
      <p:ext uri="{BB962C8B-B14F-4D97-AF65-F5344CB8AC3E}">
        <p14:creationId xmlns:p14="http://schemas.microsoft.com/office/powerpoint/2010/main" val="1415127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C82083A-8F0F-77C8-3AAD-33C43EFC9C37}"/>
              </a:ext>
            </a:extLst>
          </p:cNvPr>
          <p:cNvSpPr>
            <a:spLocks noGrp="1"/>
          </p:cNvSpPr>
          <p:nvPr>
            <p:ph type="dt" sz="half" idx="10"/>
          </p:nvPr>
        </p:nvSpPr>
        <p:spPr/>
        <p:txBody>
          <a:bodyPr/>
          <a:lstStyle/>
          <a:p>
            <a:fld id="{B7D07A82-CB00-402B-A3D4-496CE2895842}" type="datetime4">
              <a:rPr lang="en-US" sz="1400" smtClean="0"/>
              <a:t>October 30, 2024</a:t>
            </a:fld>
            <a:endParaRPr lang="en-US" sz="1400" dirty="0"/>
          </a:p>
        </p:txBody>
      </p:sp>
      <p:sp>
        <p:nvSpPr>
          <p:cNvPr id="6" name="Slide Number Placeholder 5">
            <a:extLst>
              <a:ext uri="{FF2B5EF4-FFF2-40B4-BE49-F238E27FC236}">
                <a16:creationId xmlns:a16="http://schemas.microsoft.com/office/drawing/2014/main" id="{13A9FCFF-9D55-9775-7A39-3673E25715B3}"/>
              </a:ext>
            </a:extLst>
          </p:cNvPr>
          <p:cNvSpPr>
            <a:spLocks noGrp="1"/>
          </p:cNvSpPr>
          <p:nvPr>
            <p:ph type="sldNum" sz="quarter" idx="12"/>
          </p:nvPr>
        </p:nvSpPr>
        <p:spPr/>
        <p:txBody>
          <a:bodyPr/>
          <a:lstStyle/>
          <a:p>
            <a:fld id="{9DD34FA5-DE57-40F6-9D59-EB055F3CC13A}" type="slidenum">
              <a:rPr lang="en-US" sz="1400" smtClean="0"/>
              <a:t>3</a:t>
            </a:fld>
            <a:endParaRPr lang="en-US" sz="1400" dirty="0"/>
          </a:p>
        </p:txBody>
      </p:sp>
      <p:sp>
        <p:nvSpPr>
          <p:cNvPr id="8" name="TextBox 7">
            <a:extLst>
              <a:ext uri="{FF2B5EF4-FFF2-40B4-BE49-F238E27FC236}">
                <a16:creationId xmlns:a16="http://schemas.microsoft.com/office/drawing/2014/main" id="{A6AA9169-E275-27A5-5144-83494B4914D3}"/>
              </a:ext>
            </a:extLst>
          </p:cNvPr>
          <p:cNvSpPr txBox="1"/>
          <p:nvPr/>
        </p:nvSpPr>
        <p:spPr>
          <a:xfrm>
            <a:off x="1158923" y="728778"/>
            <a:ext cx="8135202" cy="584775"/>
          </a:xfrm>
          <a:prstGeom prst="rect">
            <a:avLst/>
          </a:prstGeom>
          <a:noFill/>
        </p:spPr>
        <p:txBody>
          <a:bodyPr wrap="square" rtlCol="0">
            <a:spAutoFit/>
          </a:bodyPr>
          <a:lstStyle/>
          <a:p>
            <a:pPr algn="ctr"/>
            <a:r>
              <a:rPr lang="en-US" sz="3200" b="1" dirty="0"/>
              <a:t>Merge Sort</a:t>
            </a:r>
          </a:p>
        </p:txBody>
      </p:sp>
      <p:sp>
        <p:nvSpPr>
          <p:cNvPr id="3" name="TextBox 2">
            <a:extLst>
              <a:ext uri="{FF2B5EF4-FFF2-40B4-BE49-F238E27FC236}">
                <a16:creationId xmlns:a16="http://schemas.microsoft.com/office/drawing/2014/main" id="{9CC44EEF-5A2F-1B95-9D25-1317FDA4206B}"/>
              </a:ext>
            </a:extLst>
          </p:cNvPr>
          <p:cNvSpPr txBox="1"/>
          <p:nvPr/>
        </p:nvSpPr>
        <p:spPr>
          <a:xfrm>
            <a:off x="1158923" y="1842447"/>
            <a:ext cx="9339619" cy="1200329"/>
          </a:xfrm>
          <a:prstGeom prst="rect">
            <a:avLst/>
          </a:prstGeom>
          <a:noFill/>
        </p:spPr>
        <p:txBody>
          <a:bodyPr wrap="square" rtlCol="0">
            <a:spAutoFit/>
          </a:bodyPr>
          <a:lstStyle/>
          <a:p>
            <a:r>
              <a:rPr lang="en-US" sz="2400" b="1" dirty="0"/>
              <a:t>Merge sort </a:t>
            </a:r>
            <a:r>
              <a:rPr lang="en-US" sz="2400" dirty="0"/>
              <a:t>is defined as a sorting algorithm that works by dividing an array into smaller subarrays, sorting each subarray, and then merging the sorted subarrays back together to form the final sorted array.</a:t>
            </a:r>
          </a:p>
        </p:txBody>
      </p:sp>
    </p:spTree>
    <p:extLst>
      <p:ext uri="{BB962C8B-B14F-4D97-AF65-F5344CB8AC3E}">
        <p14:creationId xmlns:p14="http://schemas.microsoft.com/office/powerpoint/2010/main" val="1248252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C82083A-8F0F-77C8-3AAD-33C43EFC9C37}"/>
              </a:ext>
            </a:extLst>
          </p:cNvPr>
          <p:cNvSpPr>
            <a:spLocks noGrp="1"/>
          </p:cNvSpPr>
          <p:nvPr>
            <p:ph type="dt" sz="half" idx="10"/>
          </p:nvPr>
        </p:nvSpPr>
        <p:spPr/>
        <p:txBody>
          <a:bodyPr/>
          <a:lstStyle/>
          <a:p>
            <a:fld id="{B7D07A82-CB00-402B-A3D4-496CE2895842}" type="datetime4">
              <a:rPr lang="en-US" sz="1400" smtClean="0"/>
              <a:t>October 30, 2024</a:t>
            </a:fld>
            <a:endParaRPr lang="en-US" sz="1400" dirty="0"/>
          </a:p>
        </p:txBody>
      </p:sp>
      <p:sp>
        <p:nvSpPr>
          <p:cNvPr id="6" name="Slide Number Placeholder 5">
            <a:extLst>
              <a:ext uri="{FF2B5EF4-FFF2-40B4-BE49-F238E27FC236}">
                <a16:creationId xmlns:a16="http://schemas.microsoft.com/office/drawing/2014/main" id="{13A9FCFF-9D55-9775-7A39-3673E25715B3}"/>
              </a:ext>
            </a:extLst>
          </p:cNvPr>
          <p:cNvSpPr>
            <a:spLocks noGrp="1"/>
          </p:cNvSpPr>
          <p:nvPr>
            <p:ph type="sldNum" sz="quarter" idx="12"/>
          </p:nvPr>
        </p:nvSpPr>
        <p:spPr/>
        <p:txBody>
          <a:bodyPr/>
          <a:lstStyle/>
          <a:p>
            <a:fld id="{9DD34FA5-DE57-40F6-9D59-EB055F3CC13A}" type="slidenum">
              <a:rPr lang="en-US" sz="1400" smtClean="0"/>
              <a:t>4</a:t>
            </a:fld>
            <a:endParaRPr lang="en-US" sz="1400" dirty="0"/>
          </a:p>
        </p:txBody>
      </p:sp>
      <p:sp>
        <p:nvSpPr>
          <p:cNvPr id="8" name="TextBox 7">
            <a:extLst>
              <a:ext uri="{FF2B5EF4-FFF2-40B4-BE49-F238E27FC236}">
                <a16:creationId xmlns:a16="http://schemas.microsoft.com/office/drawing/2014/main" id="{A6AA9169-E275-27A5-5144-83494B4914D3}"/>
              </a:ext>
            </a:extLst>
          </p:cNvPr>
          <p:cNvSpPr txBox="1"/>
          <p:nvPr/>
        </p:nvSpPr>
        <p:spPr>
          <a:xfrm>
            <a:off x="1158923" y="728778"/>
            <a:ext cx="8135202" cy="584775"/>
          </a:xfrm>
          <a:prstGeom prst="rect">
            <a:avLst/>
          </a:prstGeom>
          <a:noFill/>
        </p:spPr>
        <p:txBody>
          <a:bodyPr wrap="square" rtlCol="0">
            <a:spAutoFit/>
          </a:bodyPr>
          <a:lstStyle/>
          <a:p>
            <a:pPr algn="ctr"/>
            <a:r>
              <a:rPr lang="en-US" sz="3200" b="1" dirty="0"/>
              <a:t>How does Merge Sort Work?</a:t>
            </a:r>
          </a:p>
        </p:txBody>
      </p:sp>
      <p:sp>
        <p:nvSpPr>
          <p:cNvPr id="3" name="TextBox 2">
            <a:extLst>
              <a:ext uri="{FF2B5EF4-FFF2-40B4-BE49-F238E27FC236}">
                <a16:creationId xmlns:a16="http://schemas.microsoft.com/office/drawing/2014/main" id="{9CC44EEF-5A2F-1B95-9D25-1317FDA4206B}"/>
              </a:ext>
            </a:extLst>
          </p:cNvPr>
          <p:cNvSpPr txBox="1"/>
          <p:nvPr/>
        </p:nvSpPr>
        <p:spPr>
          <a:xfrm>
            <a:off x="1158923" y="1388128"/>
            <a:ext cx="9339619" cy="4893647"/>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t>Step 1: Split the list in half to create two subsets.</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Step 2: Continue to split the subsets in half, until only individual items remain.</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Step 3: Merge individual items back together in pairs, putting them back together in order.</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Step 4: Continue to merge the pairs together, with each subset being sorted in order.</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Step 5: Once all subsets have been combined, the list should be in the correct order.</a:t>
            </a:r>
          </a:p>
        </p:txBody>
      </p:sp>
    </p:spTree>
    <p:extLst>
      <p:ext uri="{BB962C8B-B14F-4D97-AF65-F5344CB8AC3E}">
        <p14:creationId xmlns:p14="http://schemas.microsoft.com/office/powerpoint/2010/main" val="1420520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C82083A-8F0F-77C8-3AAD-33C43EFC9C37}"/>
              </a:ext>
            </a:extLst>
          </p:cNvPr>
          <p:cNvSpPr>
            <a:spLocks noGrp="1"/>
          </p:cNvSpPr>
          <p:nvPr>
            <p:ph type="dt" sz="half" idx="10"/>
          </p:nvPr>
        </p:nvSpPr>
        <p:spPr/>
        <p:txBody>
          <a:bodyPr/>
          <a:lstStyle/>
          <a:p>
            <a:fld id="{B7D07A82-CB00-402B-A3D4-496CE2895842}" type="datetime4">
              <a:rPr lang="en-US" sz="1400" smtClean="0"/>
              <a:t>October 30, 2024</a:t>
            </a:fld>
            <a:endParaRPr lang="en-US" sz="1400" dirty="0"/>
          </a:p>
        </p:txBody>
      </p:sp>
      <p:sp>
        <p:nvSpPr>
          <p:cNvPr id="6" name="Slide Number Placeholder 5">
            <a:extLst>
              <a:ext uri="{FF2B5EF4-FFF2-40B4-BE49-F238E27FC236}">
                <a16:creationId xmlns:a16="http://schemas.microsoft.com/office/drawing/2014/main" id="{13A9FCFF-9D55-9775-7A39-3673E25715B3}"/>
              </a:ext>
            </a:extLst>
          </p:cNvPr>
          <p:cNvSpPr>
            <a:spLocks noGrp="1"/>
          </p:cNvSpPr>
          <p:nvPr>
            <p:ph type="sldNum" sz="quarter" idx="12"/>
          </p:nvPr>
        </p:nvSpPr>
        <p:spPr/>
        <p:txBody>
          <a:bodyPr/>
          <a:lstStyle/>
          <a:p>
            <a:fld id="{9DD34FA5-DE57-40F6-9D59-EB055F3CC13A}" type="slidenum">
              <a:rPr lang="en-US" sz="1400" smtClean="0"/>
              <a:t>5</a:t>
            </a:fld>
            <a:endParaRPr lang="en-US" sz="1400" dirty="0"/>
          </a:p>
        </p:txBody>
      </p:sp>
      <p:sp>
        <p:nvSpPr>
          <p:cNvPr id="8" name="TextBox 7">
            <a:extLst>
              <a:ext uri="{FF2B5EF4-FFF2-40B4-BE49-F238E27FC236}">
                <a16:creationId xmlns:a16="http://schemas.microsoft.com/office/drawing/2014/main" id="{A6AA9169-E275-27A5-5144-83494B4914D3}"/>
              </a:ext>
            </a:extLst>
          </p:cNvPr>
          <p:cNvSpPr txBox="1"/>
          <p:nvPr/>
        </p:nvSpPr>
        <p:spPr>
          <a:xfrm>
            <a:off x="1158923" y="728778"/>
            <a:ext cx="8135202" cy="584775"/>
          </a:xfrm>
          <a:prstGeom prst="rect">
            <a:avLst/>
          </a:prstGeom>
          <a:noFill/>
        </p:spPr>
        <p:txBody>
          <a:bodyPr wrap="square" rtlCol="0">
            <a:spAutoFit/>
          </a:bodyPr>
          <a:lstStyle/>
          <a:p>
            <a:pPr algn="ctr"/>
            <a:r>
              <a:rPr lang="en-US" sz="3200" b="1" dirty="0"/>
              <a:t>Merge Sort (Contd.)</a:t>
            </a:r>
          </a:p>
        </p:txBody>
      </p:sp>
      <p:sp>
        <p:nvSpPr>
          <p:cNvPr id="3" name="TextBox 2">
            <a:extLst>
              <a:ext uri="{FF2B5EF4-FFF2-40B4-BE49-F238E27FC236}">
                <a16:creationId xmlns:a16="http://schemas.microsoft.com/office/drawing/2014/main" id="{9CC44EEF-5A2F-1B95-9D25-1317FDA4206B}"/>
              </a:ext>
            </a:extLst>
          </p:cNvPr>
          <p:cNvSpPr txBox="1"/>
          <p:nvPr/>
        </p:nvSpPr>
        <p:spPr>
          <a:xfrm>
            <a:off x="838200" y="1313553"/>
            <a:ext cx="9339619" cy="4524315"/>
          </a:xfrm>
          <a:prstGeom prst="rect">
            <a:avLst/>
          </a:prstGeom>
          <a:noFill/>
        </p:spPr>
        <p:txBody>
          <a:bodyPr wrap="square" rtlCol="0">
            <a:spAutoFit/>
          </a:bodyPr>
          <a:lstStyle/>
          <a:p>
            <a:r>
              <a:rPr lang="da-DK" sz="2400" b="1" dirty="0">
                <a:latin typeface="Courier New" panose="02070309020205020404" pitchFamily="49" charset="0"/>
                <a:cs typeface="Courier New" panose="02070309020205020404" pitchFamily="49" charset="0"/>
              </a:rPr>
              <a:t>Algorithm:</a:t>
            </a:r>
          </a:p>
          <a:p>
            <a:endParaRPr lang="da-DK" sz="2400" dirty="0">
              <a:latin typeface="Courier New" panose="02070309020205020404" pitchFamily="49" charset="0"/>
              <a:cs typeface="Courier New" panose="02070309020205020404" pitchFamily="49" charset="0"/>
            </a:endParaRPr>
          </a:p>
          <a:p>
            <a:r>
              <a:rPr lang="da-DK" sz="2400" dirty="0">
                <a:latin typeface="Courier New" panose="02070309020205020404" pitchFamily="49" charset="0"/>
                <a:cs typeface="Courier New" panose="02070309020205020404" pitchFamily="49" charset="0"/>
              </a:rPr>
              <a:t>MERGE_SORT(arr, beg, end)  </a:t>
            </a:r>
          </a:p>
          <a:p>
            <a:r>
              <a:rPr lang="da-DK" sz="2400" dirty="0">
                <a:latin typeface="Courier New" panose="02070309020205020404" pitchFamily="49" charset="0"/>
                <a:cs typeface="Courier New" panose="02070309020205020404" pitchFamily="49" charset="0"/>
              </a:rPr>
              <a:t>  </a:t>
            </a:r>
          </a:p>
          <a:p>
            <a:r>
              <a:rPr lang="da-DK" sz="2400" dirty="0">
                <a:latin typeface="Courier New" panose="02070309020205020404" pitchFamily="49" charset="0"/>
                <a:cs typeface="Courier New" panose="02070309020205020404" pitchFamily="49" charset="0"/>
              </a:rPr>
              <a:t>if beg &lt; end  </a:t>
            </a:r>
          </a:p>
          <a:p>
            <a:r>
              <a:rPr lang="da-DK" sz="2400" dirty="0">
                <a:latin typeface="Courier New" panose="02070309020205020404" pitchFamily="49" charset="0"/>
                <a:cs typeface="Courier New" panose="02070309020205020404" pitchFamily="49" charset="0"/>
              </a:rPr>
              <a:t>set mid = (beg + end)/2  </a:t>
            </a:r>
          </a:p>
          <a:p>
            <a:r>
              <a:rPr lang="da-DK" sz="2400" dirty="0">
                <a:latin typeface="Courier New" panose="02070309020205020404" pitchFamily="49" charset="0"/>
                <a:cs typeface="Courier New" panose="02070309020205020404" pitchFamily="49" charset="0"/>
              </a:rPr>
              <a:t>MERGE_SORT(arr, beg, mid)  </a:t>
            </a:r>
          </a:p>
          <a:p>
            <a:r>
              <a:rPr lang="da-DK" sz="2400" dirty="0">
                <a:latin typeface="Courier New" panose="02070309020205020404" pitchFamily="49" charset="0"/>
                <a:cs typeface="Courier New" panose="02070309020205020404" pitchFamily="49" charset="0"/>
              </a:rPr>
              <a:t>MERGE_SORT(arr, mid + 1, end)  </a:t>
            </a:r>
          </a:p>
          <a:p>
            <a:r>
              <a:rPr lang="da-DK" sz="2400" dirty="0">
                <a:latin typeface="Courier New" panose="02070309020205020404" pitchFamily="49" charset="0"/>
                <a:cs typeface="Courier New" panose="02070309020205020404" pitchFamily="49" charset="0"/>
              </a:rPr>
              <a:t>MERGE (arr, beg, mid, end)  </a:t>
            </a:r>
          </a:p>
          <a:p>
            <a:r>
              <a:rPr lang="da-DK" sz="2400" dirty="0">
                <a:latin typeface="Courier New" panose="02070309020205020404" pitchFamily="49" charset="0"/>
                <a:cs typeface="Courier New" panose="02070309020205020404" pitchFamily="49" charset="0"/>
              </a:rPr>
              <a:t>end of if  </a:t>
            </a:r>
          </a:p>
          <a:p>
            <a:r>
              <a:rPr lang="da-DK" sz="2400" dirty="0">
                <a:latin typeface="Courier New" panose="02070309020205020404" pitchFamily="49" charset="0"/>
                <a:cs typeface="Courier New" panose="02070309020205020404" pitchFamily="49" charset="0"/>
              </a:rPr>
              <a:t>  </a:t>
            </a:r>
          </a:p>
          <a:p>
            <a:r>
              <a:rPr lang="da-DK" sz="2400" dirty="0">
                <a:latin typeface="Courier New" panose="02070309020205020404" pitchFamily="49" charset="0"/>
                <a:cs typeface="Courier New" panose="02070309020205020404" pitchFamily="49" charset="0"/>
              </a:rPr>
              <a:t>END MERGE_SORT </a:t>
            </a: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35014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C82083A-8F0F-77C8-3AAD-33C43EFC9C37}"/>
              </a:ext>
            </a:extLst>
          </p:cNvPr>
          <p:cNvSpPr>
            <a:spLocks noGrp="1"/>
          </p:cNvSpPr>
          <p:nvPr>
            <p:ph type="dt" sz="half" idx="10"/>
          </p:nvPr>
        </p:nvSpPr>
        <p:spPr/>
        <p:txBody>
          <a:bodyPr/>
          <a:lstStyle/>
          <a:p>
            <a:fld id="{B7D07A82-CB00-402B-A3D4-496CE2895842}" type="datetime4">
              <a:rPr lang="en-US" sz="1400" smtClean="0"/>
              <a:t>October 30, 2024</a:t>
            </a:fld>
            <a:endParaRPr lang="en-US" sz="1400" dirty="0"/>
          </a:p>
        </p:txBody>
      </p:sp>
      <p:sp>
        <p:nvSpPr>
          <p:cNvPr id="6" name="Slide Number Placeholder 5">
            <a:extLst>
              <a:ext uri="{FF2B5EF4-FFF2-40B4-BE49-F238E27FC236}">
                <a16:creationId xmlns:a16="http://schemas.microsoft.com/office/drawing/2014/main" id="{13A9FCFF-9D55-9775-7A39-3673E25715B3}"/>
              </a:ext>
            </a:extLst>
          </p:cNvPr>
          <p:cNvSpPr>
            <a:spLocks noGrp="1"/>
          </p:cNvSpPr>
          <p:nvPr>
            <p:ph type="sldNum" sz="quarter" idx="12"/>
          </p:nvPr>
        </p:nvSpPr>
        <p:spPr/>
        <p:txBody>
          <a:bodyPr/>
          <a:lstStyle/>
          <a:p>
            <a:fld id="{9DD34FA5-DE57-40F6-9D59-EB055F3CC13A}" type="slidenum">
              <a:rPr lang="en-US" sz="1400" smtClean="0"/>
              <a:t>6</a:t>
            </a:fld>
            <a:endParaRPr lang="en-US" sz="1400" dirty="0"/>
          </a:p>
        </p:txBody>
      </p:sp>
      <p:sp>
        <p:nvSpPr>
          <p:cNvPr id="8" name="TextBox 7">
            <a:extLst>
              <a:ext uri="{FF2B5EF4-FFF2-40B4-BE49-F238E27FC236}">
                <a16:creationId xmlns:a16="http://schemas.microsoft.com/office/drawing/2014/main" id="{A6AA9169-E275-27A5-5144-83494B4914D3}"/>
              </a:ext>
            </a:extLst>
          </p:cNvPr>
          <p:cNvSpPr txBox="1"/>
          <p:nvPr/>
        </p:nvSpPr>
        <p:spPr>
          <a:xfrm>
            <a:off x="1158923" y="728778"/>
            <a:ext cx="8135202" cy="584775"/>
          </a:xfrm>
          <a:prstGeom prst="rect">
            <a:avLst/>
          </a:prstGeom>
          <a:noFill/>
        </p:spPr>
        <p:txBody>
          <a:bodyPr wrap="square" rtlCol="0">
            <a:spAutoFit/>
          </a:bodyPr>
          <a:lstStyle/>
          <a:p>
            <a:pPr algn="ctr"/>
            <a:r>
              <a:rPr lang="en-US" sz="3200" b="1" dirty="0"/>
              <a:t>Merge Sort (Contd.)</a:t>
            </a:r>
          </a:p>
        </p:txBody>
      </p:sp>
      <p:pic>
        <p:nvPicPr>
          <p:cNvPr id="11" name="Picture 10">
            <a:extLst>
              <a:ext uri="{FF2B5EF4-FFF2-40B4-BE49-F238E27FC236}">
                <a16:creationId xmlns:a16="http://schemas.microsoft.com/office/drawing/2014/main" id="{A26A11E1-70C9-56BD-C110-F532D388EDAC}"/>
              </a:ext>
            </a:extLst>
          </p:cNvPr>
          <p:cNvPicPr>
            <a:picLocks noChangeAspect="1"/>
          </p:cNvPicPr>
          <p:nvPr/>
        </p:nvPicPr>
        <p:blipFill>
          <a:blip r:embed="rId2"/>
          <a:stretch>
            <a:fillRect/>
          </a:stretch>
        </p:blipFill>
        <p:spPr>
          <a:xfrm>
            <a:off x="1371031" y="2074458"/>
            <a:ext cx="7710985" cy="4268243"/>
          </a:xfrm>
          <a:prstGeom prst="rect">
            <a:avLst/>
          </a:prstGeom>
        </p:spPr>
      </p:pic>
      <p:sp>
        <p:nvSpPr>
          <p:cNvPr id="12" name="TextBox 11">
            <a:extLst>
              <a:ext uri="{FF2B5EF4-FFF2-40B4-BE49-F238E27FC236}">
                <a16:creationId xmlns:a16="http://schemas.microsoft.com/office/drawing/2014/main" id="{43A8E41B-5CAD-2B5C-5CF2-D6D93F06651F}"/>
              </a:ext>
            </a:extLst>
          </p:cNvPr>
          <p:cNvSpPr txBox="1"/>
          <p:nvPr/>
        </p:nvSpPr>
        <p:spPr>
          <a:xfrm>
            <a:off x="1323263" y="1395608"/>
            <a:ext cx="7806519" cy="461665"/>
          </a:xfrm>
          <a:prstGeom prst="rect">
            <a:avLst/>
          </a:prstGeom>
          <a:noFill/>
        </p:spPr>
        <p:txBody>
          <a:bodyPr wrap="square" rtlCol="0">
            <a:spAutoFit/>
          </a:bodyPr>
          <a:lstStyle/>
          <a:p>
            <a:r>
              <a:rPr lang="en-US" sz="2400" b="1" dirty="0"/>
              <a:t>Example of Merge sort</a:t>
            </a:r>
          </a:p>
        </p:txBody>
      </p:sp>
    </p:spTree>
    <p:extLst>
      <p:ext uri="{BB962C8B-B14F-4D97-AF65-F5344CB8AC3E}">
        <p14:creationId xmlns:p14="http://schemas.microsoft.com/office/powerpoint/2010/main" val="3233108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C82083A-8F0F-77C8-3AAD-33C43EFC9C37}"/>
              </a:ext>
            </a:extLst>
          </p:cNvPr>
          <p:cNvSpPr>
            <a:spLocks noGrp="1"/>
          </p:cNvSpPr>
          <p:nvPr>
            <p:ph type="dt" sz="half" idx="10"/>
          </p:nvPr>
        </p:nvSpPr>
        <p:spPr/>
        <p:txBody>
          <a:bodyPr/>
          <a:lstStyle/>
          <a:p>
            <a:fld id="{B7D07A82-CB00-402B-A3D4-496CE2895842}" type="datetime4">
              <a:rPr lang="en-US" sz="1400" smtClean="0"/>
              <a:t>October 30, 2024</a:t>
            </a:fld>
            <a:endParaRPr lang="en-US" sz="1400" dirty="0"/>
          </a:p>
        </p:txBody>
      </p:sp>
      <p:sp>
        <p:nvSpPr>
          <p:cNvPr id="6" name="Slide Number Placeholder 5">
            <a:extLst>
              <a:ext uri="{FF2B5EF4-FFF2-40B4-BE49-F238E27FC236}">
                <a16:creationId xmlns:a16="http://schemas.microsoft.com/office/drawing/2014/main" id="{13A9FCFF-9D55-9775-7A39-3673E25715B3}"/>
              </a:ext>
            </a:extLst>
          </p:cNvPr>
          <p:cNvSpPr>
            <a:spLocks noGrp="1"/>
          </p:cNvSpPr>
          <p:nvPr>
            <p:ph type="sldNum" sz="quarter" idx="12"/>
          </p:nvPr>
        </p:nvSpPr>
        <p:spPr/>
        <p:txBody>
          <a:bodyPr/>
          <a:lstStyle/>
          <a:p>
            <a:fld id="{9DD34FA5-DE57-40F6-9D59-EB055F3CC13A}" type="slidenum">
              <a:rPr lang="en-US" sz="1400" smtClean="0"/>
              <a:t>7</a:t>
            </a:fld>
            <a:endParaRPr lang="en-US" sz="1400" dirty="0"/>
          </a:p>
        </p:txBody>
      </p:sp>
      <p:sp>
        <p:nvSpPr>
          <p:cNvPr id="8" name="TextBox 7">
            <a:extLst>
              <a:ext uri="{FF2B5EF4-FFF2-40B4-BE49-F238E27FC236}">
                <a16:creationId xmlns:a16="http://schemas.microsoft.com/office/drawing/2014/main" id="{A6AA9169-E275-27A5-5144-83494B4914D3}"/>
              </a:ext>
            </a:extLst>
          </p:cNvPr>
          <p:cNvSpPr txBox="1"/>
          <p:nvPr/>
        </p:nvSpPr>
        <p:spPr>
          <a:xfrm>
            <a:off x="1267535" y="484898"/>
            <a:ext cx="8135202" cy="584775"/>
          </a:xfrm>
          <a:prstGeom prst="rect">
            <a:avLst/>
          </a:prstGeom>
          <a:noFill/>
        </p:spPr>
        <p:txBody>
          <a:bodyPr wrap="square" rtlCol="0">
            <a:spAutoFit/>
          </a:bodyPr>
          <a:lstStyle/>
          <a:p>
            <a:pPr algn="ctr"/>
            <a:r>
              <a:rPr lang="en-US" sz="3200" b="1" dirty="0"/>
              <a:t>Merge Sort (Contd.)</a:t>
            </a:r>
          </a:p>
        </p:txBody>
      </p:sp>
      <p:sp>
        <p:nvSpPr>
          <p:cNvPr id="12" name="TextBox 11">
            <a:extLst>
              <a:ext uri="{FF2B5EF4-FFF2-40B4-BE49-F238E27FC236}">
                <a16:creationId xmlns:a16="http://schemas.microsoft.com/office/drawing/2014/main" id="{43A8E41B-5CAD-2B5C-5CF2-D6D93F06651F}"/>
              </a:ext>
            </a:extLst>
          </p:cNvPr>
          <p:cNvSpPr txBox="1"/>
          <p:nvPr/>
        </p:nvSpPr>
        <p:spPr>
          <a:xfrm>
            <a:off x="1011924" y="1266188"/>
            <a:ext cx="10168152" cy="4893647"/>
          </a:xfrm>
          <a:prstGeom prst="rect">
            <a:avLst/>
          </a:prstGeom>
          <a:noFill/>
        </p:spPr>
        <p:txBody>
          <a:bodyPr wrap="square" rtlCol="0">
            <a:spAutoFit/>
          </a:bodyPr>
          <a:lstStyle/>
          <a:p>
            <a:r>
              <a:rPr lang="en-US" sz="2400" b="1" dirty="0"/>
              <a:t>Time complexity:</a:t>
            </a:r>
          </a:p>
          <a:p>
            <a:pPr marL="342900" indent="-342900">
              <a:buFont typeface="Wingdings" panose="05000000000000000000" pitchFamily="2" charset="2"/>
              <a:buChar char="ü"/>
            </a:pPr>
            <a:r>
              <a:rPr lang="en-US" sz="2400" b="1" dirty="0"/>
              <a:t>Best Case Complexity </a:t>
            </a:r>
            <a:r>
              <a:rPr lang="en-US" sz="2400" dirty="0"/>
              <a:t>- It occurs when there is no sorting required, i.e. the array is already sorted. The best-case time complexity of merge sort is O(n*</a:t>
            </a:r>
            <a:r>
              <a:rPr lang="en-US" sz="2400" dirty="0" err="1"/>
              <a:t>logn</a:t>
            </a:r>
            <a:r>
              <a:rPr lang="en-US" sz="2400" dirty="0"/>
              <a:t>).</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b="1" dirty="0"/>
              <a:t>Average Case Complexity </a:t>
            </a:r>
            <a:r>
              <a:rPr lang="en-US" sz="2400" dirty="0"/>
              <a:t>- It occurs when the array elements are in jumbled order that is not properly ascending and not properly descending. The average case time complexity of merge sort is O(n*</a:t>
            </a:r>
            <a:r>
              <a:rPr lang="en-US" sz="2400" dirty="0" err="1"/>
              <a:t>logn</a:t>
            </a:r>
            <a:r>
              <a:rPr lang="en-US" sz="2400" dirty="0"/>
              <a:t>).</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b="1" dirty="0"/>
              <a:t>Worst Case Complexity </a:t>
            </a:r>
            <a:r>
              <a:rPr lang="en-US" sz="2400" dirty="0"/>
              <a:t>- It occurs when the array elements are required to be sorted in reverse order. That means suppose you have to sort the array elements in ascending order, but its elements are in descending order. The worst-case time complexity of merge sort is O(n*</a:t>
            </a:r>
            <a:r>
              <a:rPr lang="en-US" sz="2400" dirty="0" err="1"/>
              <a:t>logn</a:t>
            </a:r>
            <a:r>
              <a:rPr lang="en-US" sz="2400" dirty="0"/>
              <a:t>).</a:t>
            </a:r>
          </a:p>
        </p:txBody>
      </p:sp>
    </p:spTree>
    <p:extLst>
      <p:ext uri="{BB962C8B-B14F-4D97-AF65-F5344CB8AC3E}">
        <p14:creationId xmlns:p14="http://schemas.microsoft.com/office/powerpoint/2010/main" val="2077036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C82083A-8F0F-77C8-3AAD-33C43EFC9C37}"/>
              </a:ext>
            </a:extLst>
          </p:cNvPr>
          <p:cNvSpPr>
            <a:spLocks noGrp="1"/>
          </p:cNvSpPr>
          <p:nvPr>
            <p:ph type="dt" sz="half" idx="10"/>
          </p:nvPr>
        </p:nvSpPr>
        <p:spPr/>
        <p:txBody>
          <a:bodyPr/>
          <a:lstStyle/>
          <a:p>
            <a:fld id="{B7D07A82-CB00-402B-A3D4-496CE2895842}" type="datetime4">
              <a:rPr lang="en-US" sz="1400" smtClean="0"/>
              <a:t>October 30, 2024</a:t>
            </a:fld>
            <a:endParaRPr lang="en-US" sz="1400" dirty="0"/>
          </a:p>
        </p:txBody>
      </p:sp>
      <p:sp>
        <p:nvSpPr>
          <p:cNvPr id="6" name="Slide Number Placeholder 5">
            <a:extLst>
              <a:ext uri="{FF2B5EF4-FFF2-40B4-BE49-F238E27FC236}">
                <a16:creationId xmlns:a16="http://schemas.microsoft.com/office/drawing/2014/main" id="{13A9FCFF-9D55-9775-7A39-3673E25715B3}"/>
              </a:ext>
            </a:extLst>
          </p:cNvPr>
          <p:cNvSpPr>
            <a:spLocks noGrp="1"/>
          </p:cNvSpPr>
          <p:nvPr>
            <p:ph type="sldNum" sz="quarter" idx="12"/>
          </p:nvPr>
        </p:nvSpPr>
        <p:spPr/>
        <p:txBody>
          <a:bodyPr/>
          <a:lstStyle/>
          <a:p>
            <a:fld id="{9DD34FA5-DE57-40F6-9D59-EB055F3CC13A}" type="slidenum">
              <a:rPr lang="en-US" sz="1400" smtClean="0"/>
              <a:t>8</a:t>
            </a:fld>
            <a:endParaRPr lang="en-US" sz="1400" dirty="0"/>
          </a:p>
        </p:txBody>
      </p:sp>
      <p:sp>
        <p:nvSpPr>
          <p:cNvPr id="8" name="TextBox 7">
            <a:extLst>
              <a:ext uri="{FF2B5EF4-FFF2-40B4-BE49-F238E27FC236}">
                <a16:creationId xmlns:a16="http://schemas.microsoft.com/office/drawing/2014/main" id="{A6AA9169-E275-27A5-5144-83494B4914D3}"/>
              </a:ext>
            </a:extLst>
          </p:cNvPr>
          <p:cNvSpPr txBox="1"/>
          <p:nvPr/>
        </p:nvSpPr>
        <p:spPr>
          <a:xfrm>
            <a:off x="1158923" y="728778"/>
            <a:ext cx="8135202" cy="584775"/>
          </a:xfrm>
          <a:prstGeom prst="rect">
            <a:avLst/>
          </a:prstGeom>
          <a:noFill/>
        </p:spPr>
        <p:txBody>
          <a:bodyPr wrap="square" rtlCol="0">
            <a:spAutoFit/>
          </a:bodyPr>
          <a:lstStyle/>
          <a:p>
            <a:pPr algn="ctr"/>
            <a:r>
              <a:rPr lang="en-US" sz="3200" b="1" dirty="0"/>
              <a:t>Merge Sort (Contd.)</a:t>
            </a:r>
          </a:p>
        </p:txBody>
      </p:sp>
      <p:sp>
        <p:nvSpPr>
          <p:cNvPr id="12" name="TextBox 11">
            <a:extLst>
              <a:ext uri="{FF2B5EF4-FFF2-40B4-BE49-F238E27FC236}">
                <a16:creationId xmlns:a16="http://schemas.microsoft.com/office/drawing/2014/main" id="{43A8E41B-5CAD-2B5C-5CF2-D6D93F06651F}"/>
              </a:ext>
            </a:extLst>
          </p:cNvPr>
          <p:cNvSpPr txBox="1"/>
          <p:nvPr/>
        </p:nvSpPr>
        <p:spPr>
          <a:xfrm>
            <a:off x="1323264" y="1859340"/>
            <a:ext cx="7806519" cy="1569660"/>
          </a:xfrm>
          <a:prstGeom prst="rect">
            <a:avLst/>
          </a:prstGeom>
          <a:noFill/>
        </p:spPr>
        <p:txBody>
          <a:bodyPr wrap="square" rtlCol="0">
            <a:spAutoFit/>
          </a:bodyPr>
          <a:lstStyle/>
          <a:p>
            <a:r>
              <a:rPr lang="en-US" sz="2400" b="1" dirty="0"/>
              <a:t>Advantages:</a:t>
            </a:r>
          </a:p>
          <a:p>
            <a:pPr marL="342900" indent="-342900">
              <a:buFont typeface="Wingdings" panose="05000000000000000000" pitchFamily="2" charset="2"/>
              <a:buChar char="ü"/>
            </a:pPr>
            <a:r>
              <a:rPr lang="en-US" sz="2400" dirty="0"/>
              <a:t>Suitable for large data sets</a:t>
            </a:r>
            <a:r>
              <a:rPr lang="en-US" sz="2400" b="1" dirty="0"/>
              <a:t>.</a:t>
            </a:r>
          </a:p>
          <a:p>
            <a:pPr marL="342900" indent="-342900">
              <a:buFont typeface="Wingdings" panose="05000000000000000000" pitchFamily="2" charset="2"/>
              <a:buChar char="ü"/>
            </a:pPr>
            <a:r>
              <a:rPr lang="en-US" sz="2400" dirty="0"/>
              <a:t>It is stable in nature and arranged the data in proper order. Merge sort never changes the order of the previous data.</a:t>
            </a:r>
          </a:p>
        </p:txBody>
      </p:sp>
    </p:spTree>
    <p:extLst>
      <p:ext uri="{BB962C8B-B14F-4D97-AF65-F5344CB8AC3E}">
        <p14:creationId xmlns:p14="http://schemas.microsoft.com/office/powerpoint/2010/main" val="3284373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C82083A-8F0F-77C8-3AAD-33C43EFC9C37}"/>
              </a:ext>
            </a:extLst>
          </p:cNvPr>
          <p:cNvSpPr>
            <a:spLocks noGrp="1"/>
          </p:cNvSpPr>
          <p:nvPr>
            <p:ph type="dt" sz="half" idx="10"/>
          </p:nvPr>
        </p:nvSpPr>
        <p:spPr/>
        <p:txBody>
          <a:bodyPr/>
          <a:lstStyle/>
          <a:p>
            <a:fld id="{B7D07A82-CB00-402B-A3D4-496CE2895842}" type="datetime4">
              <a:rPr lang="en-US" sz="1400" smtClean="0"/>
              <a:t>October 30, 2024</a:t>
            </a:fld>
            <a:endParaRPr lang="en-US" sz="1400" dirty="0"/>
          </a:p>
        </p:txBody>
      </p:sp>
      <p:sp>
        <p:nvSpPr>
          <p:cNvPr id="6" name="Slide Number Placeholder 5">
            <a:extLst>
              <a:ext uri="{FF2B5EF4-FFF2-40B4-BE49-F238E27FC236}">
                <a16:creationId xmlns:a16="http://schemas.microsoft.com/office/drawing/2014/main" id="{13A9FCFF-9D55-9775-7A39-3673E25715B3}"/>
              </a:ext>
            </a:extLst>
          </p:cNvPr>
          <p:cNvSpPr>
            <a:spLocks noGrp="1"/>
          </p:cNvSpPr>
          <p:nvPr>
            <p:ph type="sldNum" sz="quarter" idx="12"/>
          </p:nvPr>
        </p:nvSpPr>
        <p:spPr/>
        <p:txBody>
          <a:bodyPr/>
          <a:lstStyle/>
          <a:p>
            <a:fld id="{9DD34FA5-DE57-40F6-9D59-EB055F3CC13A}" type="slidenum">
              <a:rPr lang="en-US" sz="1400" smtClean="0"/>
              <a:t>9</a:t>
            </a:fld>
            <a:endParaRPr lang="en-US" sz="1400" dirty="0"/>
          </a:p>
        </p:txBody>
      </p:sp>
      <p:sp>
        <p:nvSpPr>
          <p:cNvPr id="8" name="TextBox 7">
            <a:extLst>
              <a:ext uri="{FF2B5EF4-FFF2-40B4-BE49-F238E27FC236}">
                <a16:creationId xmlns:a16="http://schemas.microsoft.com/office/drawing/2014/main" id="{A6AA9169-E275-27A5-5144-83494B4914D3}"/>
              </a:ext>
            </a:extLst>
          </p:cNvPr>
          <p:cNvSpPr txBox="1"/>
          <p:nvPr/>
        </p:nvSpPr>
        <p:spPr>
          <a:xfrm>
            <a:off x="1158923" y="728778"/>
            <a:ext cx="8135202" cy="584775"/>
          </a:xfrm>
          <a:prstGeom prst="rect">
            <a:avLst/>
          </a:prstGeom>
          <a:noFill/>
        </p:spPr>
        <p:txBody>
          <a:bodyPr wrap="square" rtlCol="0">
            <a:spAutoFit/>
          </a:bodyPr>
          <a:lstStyle/>
          <a:p>
            <a:pPr algn="ctr"/>
            <a:r>
              <a:rPr lang="en-US" sz="3200" b="1" dirty="0"/>
              <a:t>Merge Sort (Contd.)</a:t>
            </a:r>
          </a:p>
        </p:txBody>
      </p:sp>
      <p:sp>
        <p:nvSpPr>
          <p:cNvPr id="12" name="TextBox 11">
            <a:extLst>
              <a:ext uri="{FF2B5EF4-FFF2-40B4-BE49-F238E27FC236}">
                <a16:creationId xmlns:a16="http://schemas.microsoft.com/office/drawing/2014/main" id="{43A8E41B-5CAD-2B5C-5CF2-D6D93F06651F}"/>
              </a:ext>
            </a:extLst>
          </p:cNvPr>
          <p:cNvSpPr txBox="1"/>
          <p:nvPr/>
        </p:nvSpPr>
        <p:spPr>
          <a:xfrm>
            <a:off x="1323264" y="1859340"/>
            <a:ext cx="7806519" cy="1569660"/>
          </a:xfrm>
          <a:prstGeom prst="rect">
            <a:avLst/>
          </a:prstGeom>
          <a:noFill/>
        </p:spPr>
        <p:txBody>
          <a:bodyPr wrap="square" rtlCol="0">
            <a:spAutoFit/>
          </a:bodyPr>
          <a:lstStyle/>
          <a:p>
            <a:r>
              <a:rPr lang="en-US" sz="2400" b="1" dirty="0"/>
              <a:t>Disadvantages:</a:t>
            </a:r>
          </a:p>
          <a:p>
            <a:pPr marL="342900" indent="-342900">
              <a:buFont typeface="Wingdings" panose="05000000000000000000" pitchFamily="2" charset="2"/>
              <a:buChar char="ü"/>
            </a:pPr>
            <a:r>
              <a:rPr lang="en-US" sz="2400" dirty="0"/>
              <a:t>Not always suitable for small data sets</a:t>
            </a:r>
            <a:r>
              <a:rPr lang="en-US" sz="2400" b="1" dirty="0"/>
              <a:t>.</a:t>
            </a:r>
          </a:p>
          <a:p>
            <a:pPr marL="342900" indent="-342900">
              <a:buFont typeface="Wingdings" panose="05000000000000000000" pitchFamily="2" charset="2"/>
              <a:buChar char="ü"/>
            </a:pPr>
            <a:r>
              <a:rPr lang="en-US" sz="2400" dirty="0"/>
              <a:t>The space complexity of merge sort is O(n). It is because, in merge sort, an extra variable is required for swapping.</a:t>
            </a:r>
          </a:p>
        </p:txBody>
      </p:sp>
    </p:spTree>
    <p:extLst>
      <p:ext uri="{BB962C8B-B14F-4D97-AF65-F5344CB8AC3E}">
        <p14:creationId xmlns:p14="http://schemas.microsoft.com/office/powerpoint/2010/main" val="1463159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3A970D-521A-8B49-32AF-4C8029D962B1}"/>
              </a:ext>
            </a:extLst>
          </p:cNvPr>
          <p:cNvSpPr>
            <a:spLocks noGrp="1"/>
          </p:cNvSpPr>
          <p:nvPr>
            <p:ph type="dt" sz="half" idx="10"/>
          </p:nvPr>
        </p:nvSpPr>
        <p:spPr/>
        <p:txBody>
          <a:bodyPr/>
          <a:lstStyle/>
          <a:p>
            <a:fld id="{E3280596-6DAD-489E-90D8-1359BE1DD7F3}" type="datetime4">
              <a:rPr lang="en-US" smtClean="0"/>
              <a:t>October 30, 2024</a:t>
            </a:fld>
            <a:endParaRPr lang="en-US"/>
          </a:p>
        </p:txBody>
      </p:sp>
      <p:sp>
        <p:nvSpPr>
          <p:cNvPr id="4" name="Slide Number Placeholder 3">
            <a:extLst>
              <a:ext uri="{FF2B5EF4-FFF2-40B4-BE49-F238E27FC236}">
                <a16:creationId xmlns:a16="http://schemas.microsoft.com/office/drawing/2014/main" id="{BA7E4222-6F49-565C-4B06-FA536B2A3163}"/>
              </a:ext>
            </a:extLst>
          </p:cNvPr>
          <p:cNvSpPr>
            <a:spLocks noGrp="1"/>
          </p:cNvSpPr>
          <p:nvPr>
            <p:ph type="sldNum" sz="quarter" idx="12"/>
          </p:nvPr>
        </p:nvSpPr>
        <p:spPr/>
        <p:txBody>
          <a:bodyPr/>
          <a:lstStyle/>
          <a:p>
            <a:fld id="{9DD34FA5-DE57-40F6-9D59-EB055F3CC13A}" type="slidenum">
              <a:rPr lang="en-US" smtClean="0"/>
              <a:pPr/>
              <a:t>10</a:t>
            </a:fld>
            <a:endParaRPr lang="en-US"/>
          </a:p>
        </p:txBody>
      </p:sp>
      <p:pic>
        <p:nvPicPr>
          <p:cNvPr id="1026" name="Picture 2" descr="Thank You Emoji Images – Browse 2,111 Stock Photos, Vectors, and Video |  Adobe Stock">
            <a:extLst>
              <a:ext uri="{FF2B5EF4-FFF2-40B4-BE49-F238E27FC236}">
                <a16:creationId xmlns:a16="http://schemas.microsoft.com/office/drawing/2014/main" id="{F6319324-6813-4C13-45FB-D1ABC83A32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644880"/>
            <a:ext cx="7165075" cy="5568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957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1840</TotalTime>
  <Words>470</Words>
  <Application>Microsoft Office PowerPoint</Application>
  <PresentationFormat>Widescreen</PresentationFormat>
  <Paragraphs>69</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Courier New</vt:lpstr>
      <vt:lpstr>Times New Roman</vt:lpstr>
      <vt:lpstr>Wingdings</vt:lpstr>
      <vt:lpstr>Office Theme</vt:lpstr>
      <vt:lpstr>Merge Sort </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Sentiment Analysis of Restaurants Reviews using Natural Language Processing and Machine Learning Technique</dc:title>
  <dc:creator>MD ABDULLAH</dc:creator>
  <cp:lastModifiedBy>Hasan Abdullah</cp:lastModifiedBy>
  <cp:revision>123</cp:revision>
  <dcterms:created xsi:type="dcterms:W3CDTF">2022-12-04T17:51:35Z</dcterms:created>
  <dcterms:modified xsi:type="dcterms:W3CDTF">2024-10-30T04:31:53Z</dcterms:modified>
</cp:coreProperties>
</file>
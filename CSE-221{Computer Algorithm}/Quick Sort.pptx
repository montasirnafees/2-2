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346" r:id="rId4"/>
    <p:sldId id="347" r:id="rId5"/>
    <p:sldId id="348" r:id="rId6"/>
    <p:sldId id="349" r:id="rId7"/>
    <p:sldId id="350" r:id="rId8"/>
    <p:sldId id="351" r:id="rId9"/>
    <p:sldId id="352" r:id="rId10"/>
    <p:sldId id="353" r:id="rId11"/>
    <p:sldId id="354" r:id="rId12"/>
    <p:sldId id="355" r:id="rId13"/>
    <p:sldId id="345" r:id="rId14"/>
    <p:sldId id="30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249" autoAdjust="0"/>
  </p:normalViewPr>
  <p:slideViewPr>
    <p:cSldViewPr snapToGrid="0">
      <p:cViewPr varScale="1">
        <p:scale>
          <a:sx n="111" d="100"/>
          <a:sy n="111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DC988B-7334-4999-BD8C-64820955E021}" type="datetimeFigureOut">
              <a:rPr lang="en-US" smtClean="0"/>
              <a:t>30-Oct-24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BE1A4-C183-4369-AD80-EA32C45A4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342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75AE4-EDF8-DCF3-4667-A980C646ED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BCDD69-A08B-D775-2AAD-38E82FA4BB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3F8F8-0A52-486D-1018-7C4115B77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26D41-1FB4-4C2D-B718-1DBA764733AB}" type="datetime4">
              <a:rPr lang="en-US" smtClean="0"/>
              <a:t>October 30,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65285-D0F5-F5BA-4D42-FFCC8EA71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by: Md. Abdullah and Sohag Hossain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637BF-BDB3-D0C8-8760-4A79A262C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34FA5-DE57-40F6-9D59-EB055F3C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768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1613B-EC79-4149-7C76-EA2C89936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3280596-6DAD-489E-90D8-1359BE1DD7F3}" type="datetime4">
              <a:rPr lang="en-US" smtClean="0"/>
              <a:t>October 30,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1B5F7-F3CE-FE9D-6CE1-82F44EBCE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Presented by: Md. Abdullah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7E466-ED8B-21FF-EF91-9FC4CBD5A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DD34FA5-DE57-40F6-9D59-EB055F3CC13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864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7E5BE-F49D-8A4F-7523-3ADC5B021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05BFB-0EE0-391A-06DB-61778CAAC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3D1139-268B-0B95-174A-D00B2CA1E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B0CA3-F6C6-4BBC-B539-BF0CED125698}" type="datetime4">
              <a:rPr lang="en-US" smtClean="0"/>
              <a:t>October 30,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FC3C9-F0B7-420C-56C7-46F6C41E9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by: Md. Abdullah and Sohag Hossain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5D613-43C4-2102-A52F-7E47D1768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34FA5-DE57-40F6-9D59-EB055F3C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418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2221-EB83-90E7-F8F4-722252B2A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E79DA-6E56-B8C3-78AB-8FACF4EE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584D1B-94F5-585C-E67B-35B776EC89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449C47-43BA-1234-9FEC-94B7F585D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32686-85DA-4AB0-A3C8-E121804E1698}" type="datetime4">
              <a:rPr lang="en-US" smtClean="0"/>
              <a:t>October 30, 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E0695D-61A3-3A38-F088-22C8BACEF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by: Md. Abdullah and Sohag Hossain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56DA9-CB38-2964-B2F2-70359F4B4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34FA5-DE57-40F6-9D59-EB055F3C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937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B1A22-CD9C-1181-B482-F830B4F43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BDB04C-1411-9EDE-3CE3-918C4EAF8E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FC09A2-88EA-C05C-5688-57501A2E6E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B15404-951C-2982-DB13-C21E6EE33E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178CBF-99B2-746F-F76B-4D8DF0FD78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7E406F-F5AA-0B4B-51D4-C972F0613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3F2CD-A3D6-414E-B9EC-732811EA7701}" type="datetime4">
              <a:rPr lang="en-US" smtClean="0"/>
              <a:t>October 30, 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D32372-3EBE-7E99-4F5D-5C4A2FAFD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by: Md. Abdullah and Sohag Hossain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D7AA52-C8FA-6E41-D3A9-41749A882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34FA5-DE57-40F6-9D59-EB055F3C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040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0AD91-A293-E6B4-5A8E-732890A63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2F6B21-3F1E-D811-D486-AAC584853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2A592-7DA4-4397-88A4-520D7DFC84EF}" type="datetime4">
              <a:rPr lang="en-US" smtClean="0"/>
              <a:t>October 30, 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B9F94-BA79-FE76-89F2-7DC96700D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by: Md. Abdullah and Sohag Hossain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234C4E-DEFC-68BA-75CA-B96AF282B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34FA5-DE57-40F6-9D59-EB055F3C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763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EB1BE9-325F-2D09-6480-DE311017E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10AB2-7D10-4F45-AF9A-CE96269FCBE3}" type="datetime4">
              <a:rPr lang="en-US" smtClean="0"/>
              <a:t>October 30, 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8163DE-5E6C-41BC-88D9-223D18869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by: Md. Abdullah and Sohag Hossain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62BFE6-2FE8-5F4E-880E-38338ADFE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34FA5-DE57-40F6-9D59-EB055F3C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30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05C02-96A3-B311-E525-069BEDFCE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DCC21-669F-5F82-1299-77BD43D54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D09E0C-DE3E-6D50-FCB1-7F95F2510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1A47BA-B569-C682-603E-091A2B666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79A58-7336-4AFC-89FB-91D8FF247579}" type="datetime4">
              <a:rPr lang="en-US" smtClean="0"/>
              <a:t>October 30, 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645D4-1C44-38EA-E41E-01286EF37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by: Md. Abdullah and Sohag Hossain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CF9792-E538-14AA-CCF2-11E75F154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34FA5-DE57-40F6-9D59-EB055F3C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552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D6453-568D-9C85-76D9-20A8820DC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212B0B-BC8E-986E-C622-A64B650827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4E3C13-7812-FF14-3EE7-D6E417B899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8C76D0-6F4D-C711-901E-B03887D05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92DCC-2D16-466E-9C58-C405E11E27EC}" type="datetime4">
              <a:rPr lang="en-US" smtClean="0"/>
              <a:t>October 30, 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649780-5C3C-E056-FC03-9E37E5DF7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by: Md. Abdullah and Sohag Hossain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DE2C18-0DC3-A38B-AE60-DE92A3C9E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34FA5-DE57-40F6-9D59-EB055F3C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055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5C41B-6973-1FB7-DE57-D73DAA044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E6BBDD-CF68-4F7E-E0CE-2BA52A7A2F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C32C1-4CEA-3DC1-A4D0-04284E150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67810-9E49-4477-918F-DE587128F783}" type="datetime4">
              <a:rPr lang="en-US" smtClean="0"/>
              <a:t>October 30,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3117A-1739-C282-2020-6830934F5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by: Md. Abdullah and Sohag Hossain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DA4A1-8E57-EF74-0D14-4A0F01116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34FA5-DE57-40F6-9D59-EB055F3C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944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D20DAF-14A5-BB44-3900-4D16FB5DF7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08211C-7097-23F1-D1A3-C9FE962770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5065E-5E2A-9A56-5982-D6EC9CCC1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1598A-C82D-4141-B4E8-CBF7B655F007}" type="datetime4">
              <a:rPr lang="en-US" smtClean="0"/>
              <a:t>October 30,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BC3A76-090B-0C59-659A-934D4A1E2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by: Md. Abdullah and Sohag Hossain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AFFF2-96EE-3A63-5EFD-C1DB03C76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34FA5-DE57-40F6-9D59-EB055F3C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387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C14334-A969-A680-3EF0-DBCEDE960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8E3CED-64A9-99B1-3938-819F0D66D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1D9A5-5FE4-7B24-B59E-C364F4A9E3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E0E7BE-5D07-468E-BDEC-308BA670308B}" type="datetime4">
              <a:rPr lang="en-US" smtClean="0"/>
              <a:t>October 30,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A31FC-1114-9091-52D7-1AF74D2A1C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Presented by: Md. Abdullah and Sohag Hossain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B2560-C08E-933D-B370-2BDFAA49E7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34FA5-DE57-40F6-9D59-EB055F3C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779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2E4A9-EF16-3329-EEF2-17F0AA4B332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38288" y="360164"/>
            <a:ext cx="10125323" cy="159302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Quick Sort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16959-1F3C-5E10-0985-7758D009E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7A6B-DEB2-4B62-956D-7CD8AB03F017}" type="datetime4">
              <a:rPr lang="en-US" sz="1400" smtClean="0">
                <a:solidFill>
                  <a:schemeClr val="tx1"/>
                </a:solidFill>
              </a:rPr>
              <a:t>October 30, 2024</a:t>
            </a:fld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FE8D6-683D-9FFC-ED11-53FEF7283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34FA5-DE57-40F6-9D59-EB055F3CC13A}" type="slidenum">
              <a:rPr lang="en-US" sz="1400" smtClean="0"/>
              <a:t>1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572749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91FF4-0EAE-D159-4B18-8144560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258EEB7-5768-4C10-8B5B-78677D2B3B24}" type="datetime4">
              <a:rPr lang="en-US" smtClean="0"/>
              <a:pPr/>
              <a:t>October 30, 2024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7A717-BEB6-7FF7-D405-28D6A7752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DD34FA5-DE57-40F6-9D59-EB055F3CC13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58B68B-110A-B154-419E-5706941D8D2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95288"/>
            <a:ext cx="10515600" cy="985837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Contents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874363A-8B63-3C49-D185-759B30646873}"/>
              </a:ext>
            </a:extLst>
          </p:cNvPr>
          <p:cNvSpPr>
            <a:spLocks noGrp="1"/>
          </p:cNvSpPr>
          <p:nvPr/>
        </p:nvSpPr>
        <p:spPr>
          <a:xfrm>
            <a:off x="2209800" y="1861621"/>
            <a:ext cx="7315200" cy="3653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 Introduction to Quick Sort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 Quick Sort Algorithm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 Quick Sort Procedure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 Complexity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 Advantages and Disadvantages</a:t>
            </a:r>
          </a:p>
        </p:txBody>
      </p:sp>
    </p:spTree>
    <p:extLst>
      <p:ext uri="{BB962C8B-B14F-4D97-AF65-F5344CB8AC3E}">
        <p14:creationId xmlns:p14="http://schemas.microsoft.com/office/powerpoint/2010/main" val="1415127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8B68B-110A-B154-419E-5706941D8D2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94595"/>
            <a:ext cx="10515600" cy="986597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What is Quick short?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91FF4-0EAE-D159-4B18-8144560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02995"/>
            <a:ext cx="2743200" cy="365125"/>
          </a:xfrm>
        </p:spPr>
        <p:txBody>
          <a:bodyPr/>
          <a:lstStyle/>
          <a:p>
            <a:fld id="{4258EEB7-5768-4C10-8B5B-78677D2B3B24}" type="datetime4">
              <a:rPr lang="en-US" sz="1400" smtClean="0"/>
              <a:t>October 30, 2024</a:t>
            </a:fld>
            <a:endParaRPr lang="en-US" sz="1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7A717-BEB6-7FF7-D405-28D6A7752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02996"/>
            <a:ext cx="2743200" cy="365125"/>
          </a:xfrm>
        </p:spPr>
        <p:txBody>
          <a:bodyPr/>
          <a:lstStyle/>
          <a:p>
            <a:fld id="{9DD34FA5-DE57-40F6-9D59-EB055F3CC13A}" type="slidenum">
              <a:rPr lang="en-US" sz="1400" smtClean="0"/>
              <a:t>3</a:t>
            </a:fld>
            <a:endParaRPr lang="en-US" sz="140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874363A-8B63-3C49-D185-759B30646873}"/>
              </a:ext>
            </a:extLst>
          </p:cNvPr>
          <p:cNvSpPr>
            <a:spLocks noGrp="1"/>
          </p:cNvSpPr>
          <p:nvPr/>
        </p:nvSpPr>
        <p:spPr>
          <a:xfrm>
            <a:off x="614149" y="1861621"/>
            <a:ext cx="10739651" cy="3653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</a:t>
            </a:r>
            <a:r>
              <a:rPr lang="en-US" sz="2400" b="1" dirty="0"/>
              <a:t>Quicksort</a:t>
            </a:r>
            <a:r>
              <a:rPr lang="en-US" sz="2400" dirty="0"/>
              <a:t> is the widely used sorting algorithm that makes n log n comparisons in the average case for sorting an array of n elements.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It is a faster and highly efficient sorting algorithm.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This algorithm follows the </a:t>
            </a:r>
            <a:r>
              <a:rPr lang="en-US" sz="2400" b="1" dirty="0"/>
              <a:t>divide-and-conquer</a:t>
            </a:r>
            <a:r>
              <a:rPr lang="en-US" sz="2400" dirty="0"/>
              <a:t> approach.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</a:t>
            </a:r>
            <a:r>
              <a:rPr lang="en-US" sz="2400" b="1" dirty="0"/>
              <a:t>Divide and conquer </a:t>
            </a:r>
            <a:r>
              <a:rPr lang="en-US" sz="2400" dirty="0"/>
              <a:t>is a technique of breaking down the algorithms into subproblems, then solving the subproblems, and combining the results back together to solve the original problem.</a:t>
            </a:r>
          </a:p>
        </p:txBody>
      </p:sp>
    </p:spTree>
    <p:extLst>
      <p:ext uri="{BB962C8B-B14F-4D97-AF65-F5344CB8AC3E}">
        <p14:creationId xmlns:p14="http://schemas.microsoft.com/office/powerpoint/2010/main" val="4178758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8B68B-110A-B154-419E-5706941D8D2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94595"/>
            <a:ext cx="10515600" cy="986597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How does Quick Sort Work?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91FF4-0EAE-D159-4B18-8144560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02995"/>
            <a:ext cx="2743200" cy="365125"/>
          </a:xfrm>
        </p:spPr>
        <p:txBody>
          <a:bodyPr/>
          <a:lstStyle/>
          <a:p>
            <a:fld id="{4258EEB7-5768-4C10-8B5B-78677D2B3B24}" type="datetime4">
              <a:rPr lang="en-US" sz="1400" smtClean="0"/>
              <a:t>October 30, 2024</a:t>
            </a:fld>
            <a:endParaRPr lang="en-US" sz="1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7A717-BEB6-7FF7-D405-28D6A7752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02996"/>
            <a:ext cx="2743200" cy="365125"/>
          </a:xfrm>
        </p:spPr>
        <p:txBody>
          <a:bodyPr/>
          <a:lstStyle/>
          <a:p>
            <a:fld id="{9DD34FA5-DE57-40F6-9D59-EB055F3CC13A}" type="slidenum">
              <a:rPr lang="en-US" sz="1400" smtClean="0"/>
              <a:t>4</a:t>
            </a:fld>
            <a:endParaRPr lang="en-US" sz="140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874363A-8B63-3C49-D185-759B30646873}"/>
              </a:ext>
            </a:extLst>
          </p:cNvPr>
          <p:cNvSpPr>
            <a:spLocks noGrp="1"/>
          </p:cNvSpPr>
          <p:nvPr/>
        </p:nvSpPr>
        <p:spPr>
          <a:xfrm>
            <a:off x="614149" y="1861621"/>
            <a:ext cx="10739651" cy="3653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</a:t>
            </a:r>
            <a:r>
              <a:rPr lang="en-US" sz="2400" b="1" dirty="0"/>
              <a:t>Quicksort</a:t>
            </a:r>
            <a:r>
              <a:rPr lang="en-US" sz="2400" dirty="0"/>
              <a:t> picks an element as a </a:t>
            </a:r>
            <a:r>
              <a:rPr lang="en-US" sz="2400" b="1" dirty="0"/>
              <a:t>pivot</a:t>
            </a:r>
            <a:r>
              <a:rPr lang="en-US" sz="2400" dirty="0"/>
              <a:t>, and then it partitions the given array around the picked pivot element.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</a:t>
            </a:r>
            <a:r>
              <a:rPr lang="en-US" sz="2400" b="1" dirty="0"/>
              <a:t>In quick sort, </a:t>
            </a:r>
            <a:r>
              <a:rPr lang="en-US" sz="2400" dirty="0"/>
              <a:t>a large array is divided into two arrays in which one holds values that are </a:t>
            </a:r>
            <a:r>
              <a:rPr lang="en-US" sz="2400" b="1" dirty="0"/>
              <a:t>smaller </a:t>
            </a:r>
            <a:r>
              <a:rPr lang="en-US" sz="2400" dirty="0"/>
              <a:t>than the specified value (Pivot), and another array holds values that are </a:t>
            </a:r>
            <a:r>
              <a:rPr lang="en-US" sz="2400" b="1" dirty="0"/>
              <a:t>greater</a:t>
            </a:r>
            <a:r>
              <a:rPr lang="en-US" sz="2400" dirty="0"/>
              <a:t> than the pivot.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9073E2-2024-A914-52A3-2D01F59EE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25" y="3818672"/>
            <a:ext cx="5238750" cy="230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130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8B68B-110A-B154-419E-5706941D8D2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94595"/>
            <a:ext cx="10515600" cy="986597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How to Select a Pivot?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91FF4-0EAE-D159-4B18-8144560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02995"/>
            <a:ext cx="2743200" cy="365125"/>
          </a:xfrm>
        </p:spPr>
        <p:txBody>
          <a:bodyPr/>
          <a:lstStyle/>
          <a:p>
            <a:fld id="{4258EEB7-5768-4C10-8B5B-78677D2B3B24}" type="datetime4">
              <a:rPr lang="en-US" sz="1400" smtClean="0"/>
              <a:t>October 30, 2024</a:t>
            </a:fld>
            <a:endParaRPr lang="en-US" sz="1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7A717-BEB6-7FF7-D405-28D6A7752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02996"/>
            <a:ext cx="2743200" cy="365125"/>
          </a:xfrm>
        </p:spPr>
        <p:txBody>
          <a:bodyPr/>
          <a:lstStyle/>
          <a:p>
            <a:fld id="{9DD34FA5-DE57-40F6-9D59-EB055F3CC13A}" type="slidenum">
              <a:rPr lang="en-US" sz="1400" smtClean="0"/>
              <a:t>5</a:t>
            </a:fld>
            <a:endParaRPr lang="en-US"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89029B-CACD-14E1-7E21-8F87342AA71B}"/>
              </a:ext>
            </a:extLst>
          </p:cNvPr>
          <p:cNvSpPr txBox="1"/>
          <p:nvPr/>
        </p:nvSpPr>
        <p:spPr>
          <a:xfrm>
            <a:off x="595952" y="1689375"/>
            <a:ext cx="1100009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Picking a good pivot is necessary for the fast implementation of quicksort. However, it is typical to determine a good pivot. Some of the ways of choosing a pivot are as follows -</a:t>
            </a:r>
          </a:p>
          <a:p>
            <a:pPr lvl="2"/>
            <a:endParaRPr lang="en-US" sz="2400" dirty="0"/>
          </a:p>
          <a:p>
            <a:pPr marL="1257300" lvl="2" indent="-342900">
              <a:buFont typeface="Wingdings" panose="05000000000000000000" pitchFamily="2" charset="2"/>
              <a:buChar char="q"/>
            </a:pPr>
            <a:r>
              <a:rPr lang="en-US" sz="2400" dirty="0"/>
              <a:t>Pivot can be random, i.e. select the random pivot from the given array.</a:t>
            </a:r>
          </a:p>
          <a:p>
            <a:pPr marL="1257300" lvl="2" indent="-342900"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1257300" lvl="2" indent="-342900">
              <a:buFont typeface="Wingdings" panose="05000000000000000000" pitchFamily="2" charset="2"/>
              <a:buChar char="q"/>
            </a:pPr>
            <a:r>
              <a:rPr lang="en-US" sz="2400" dirty="0"/>
              <a:t>Pivot can either be the rightmost element or the leftmost element of the given array.</a:t>
            </a:r>
          </a:p>
          <a:p>
            <a:pPr marL="1257300" lvl="2" indent="-342900"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1257300" lvl="2" indent="-342900">
              <a:buFont typeface="Wingdings" panose="05000000000000000000" pitchFamily="2" charset="2"/>
              <a:buChar char="q"/>
            </a:pPr>
            <a:r>
              <a:rPr lang="en-US" sz="2400" dirty="0"/>
              <a:t>Select median as the pivot element.</a:t>
            </a:r>
          </a:p>
        </p:txBody>
      </p:sp>
    </p:spTree>
    <p:extLst>
      <p:ext uri="{BB962C8B-B14F-4D97-AF65-F5344CB8AC3E}">
        <p14:creationId xmlns:p14="http://schemas.microsoft.com/office/powerpoint/2010/main" val="1141418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8B68B-110A-B154-419E-5706941D8D2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94595"/>
            <a:ext cx="10515600" cy="986597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Quick Sort: Example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91FF4-0EAE-D159-4B18-8144560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02995"/>
            <a:ext cx="2743200" cy="365125"/>
          </a:xfrm>
        </p:spPr>
        <p:txBody>
          <a:bodyPr/>
          <a:lstStyle/>
          <a:p>
            <a:fld id="{4258EEB7-5768-4C10-8B5B-78677D2B3B24}" type="datetime4">
              <a:rPr lang="en-US" sz="1400" smtClean="0"/>
              <a:t>October 30, 2024</a:t>
            </a:fld>
            <a:endParaRPr lang="en-US" sz="1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7A717-BEB6-7FF7-D405-28D6A7752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02996"/>
            <a:ext cx="2743200" cy="365125"/>
          </a:xfrm>
        </p:spPr>
        <p:txBody>
          <a:bodyPr/>
          <a:lstStyle/>
          <a:p>
            <a:fld id="{9DD34FA5-DE57-40F6-9D59-EB055F3CC13A}" type="slidenum">
              <a:rPr lang="en-US" sz="1400" smtClean="0"/>
              <a:t>6</a:t>
            </a:fld>
            <a:endParaRPr lang="en-US"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89029B-CACD-14E1-7E21-8F87342AA71B}"/>
              </a:ext>
            </a:extLst>
          </p:cNvPr>
          <p:cNvSpPr txBox="1"/>
          <p:nvPr/>
        </p:nvSpPr>
        <p:spPr>
          <a:xfrm>
            <a:off x="595952" y="1689375"/>
            <a:ext cx="1100009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To understand the working of quick sort, let's take an unsorted array. It will make the concept more clear and understandable. Let the elements of the array are,</a:t>
            </a:r>
          </a:p>
          <a:p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FD054E-796B-C3D5-0257-67B91112E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150" y="2802599"/>
            <a:ext cx="4286250" cy="7905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285DCB2-4AEE-CC52-826D-778461C04930}"/>
              </a:ext>
            </a:extLst>
          </p:cNvPr>
          <p:cNvSpPr txBox="1"/>
          <p:nvPr/>
        </p:nvSpPr>
        <p:spPr>
          <a:xfrm>
            <a:off x="819149" y="4383232"/>
            <a:ext cx="102870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In the given array, we consider the leftmost element as pivot. So, in this case, a[left] = 24, a[right] = 27 and a[pivot] = 24.</a:t>
            </a:r>
          </a:p>
        </p:txBody>
      </p:sp>
    </p:spTree>
    <p:extLst>
      <p:ext uri="{BB962C8B-B14F-4D97-AF65-F5344CB8AC3E}">
        <p14:creationId xmlns:p14="http://schemas.microsoft.com/office/powerpoint/2010/main" val="1521785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8B68B-110A-B154-419E-5706941D8D2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94595"/>
            <a:ext cx="10515600" cy="986597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Quick Sort: Example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91FF4-0EAE-D159-4B18-8144560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02995"/>
            <a:ext cx="2743200" cy="365125"/>
          </a:xfrm>
        </p:spPr>
        <p:txBody>
          <a:bodyPr/>
          <a:lstStyle/>
          <a:p>
            <a:fld id="{4258EEB7-5768-4C10-8B5B-78677D2B3B24}" type="datetime4">
              <a:rPr lang="en-US" sz="1400" smtClean="0"/>
              <a:t>October 30, 2024</a:t>
            </a:fld>
            <a:endParaRPr lang="en-US" sz="1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7A717-BEB6-7FF7-D405-28D6A7752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02996"/>
            <a:ext cx="2743200" cy="365125"/>
          </a:xfrm>
        </p:spPr>
        <p:txBody>
          <a:bodyPr/>
          <a:lstStyle/>
          <a:p>
            <a:fld id="{9DD34FA5-DE57-40F6-9D59-EB055F3CC13A}" type="slidenum">
              <a:rPr lang="en-US" sz="1400" smtClean="0"/>
              <a:t>7</a:t>
            </a:fld>
            <a:endParaRPr lang="en-US"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89029B-CACD-14E1-7E21-8F87342AA71B}"/>
              </a:ext>
            </a:extLst>
          </p:cNvPr>
          <p:cNvSpPr txBox="1"/>
          <p:nvPr/>
        </p:nvSpPr>
        <p:spPr>
          <a:xfrm>
            <a:off x="595952" y="1689375"/>
            <a:ext cx="110000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Since the pivot is at left, so algorithm starts from right and moves towards left.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562384-1C7A-E67C-4C24-3E4A95D0F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6442" y="2151040"/>
            <a:ext cx="40005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248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8B68B-110A-B154-419E-5706941D8D2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94595"/>
            <a:ext cx="10515600" cy="986597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Quick Sort: Example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91FF4-0EAE-D159-4B18-8144560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02995"/>
            <a:ext cx="2743200" cy="365125"/>
          </a:xfrm>
        </p:spPr>
        <p:txBody>
          <a:bodyPr/>
          <a:lstStyle/>
          <a:p>
            <a:fld id="{4258EEB7-5768-4C10-8B5B-78677D2B3B24}" type="datetime4">
              <a:rPr lang="en-US" sz="1400" smtClean="0"/>
              <a:t>October 30, 2024</a:t>
            </a:fld>
            <a:endParaRPr lang="en-US" sz="1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7A717-BEB6-7FF7-D405-28D6A7752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02996"/>
            <a:ext cx="2743200" cy="365125"/>
          </a:xfrm>
        </p:spPr>
        <p:txBody>
          <a:bodyPr/>
          <a:lstStyle/>
          <a:p>
            <a:fld id="{9DD34FA5-DE57-40F6-9D59-EB055F3CC13A}" type="slidenum">
              <a:rPr lang="en-US" sz="1400" smtClean="0"/>
              <a:t>8</a:t>
            </a:fld>
            <a:endParaRPr lang="en-US"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89029B-CACD-14E1-7E21-8F87342AA71B}"/>
              </a:ext>
            </a:extLst>
          </p:cNvPr>
          <p:cNvSpPr txBox="1"/>
          <p:nvPr/>
        </p:nvSpPr>
        <p:spPr>
          <a:xfrm>
            <a:off x="595952" y="1689375"/>
            <a:ext cx="110000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Step 1</a:t>
            </a:r>
            <a:r>
              <a:rPr lang="en-US" sz="2400" dirty="0"/>
              <a:t>: Scan the array from right to left and replace the first element which is less than the pivot, with the pivot value.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F52CF4-6D12-3F88-3C86-C28D811EF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601243"/>
            <a:ext cx="3810000" cy="19907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AC7A94-7141-B38C-2B4D-C1CA765510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2496468"/>
            <a:ext cx="4000500" cy="20955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874AA43-2651-5F54-D991-D362C472CE9C}"/>
              </a:ext>
            </a:extLst>
          </p:cNvPr>
          <p:cNvSpPr txBox="1"/>
          <p:nvPr/>
        </p:nvSpPr>
        <p:spPr>
          <a:xfrm>
            <a:off x="960460" y="4850522"/>
            <a:ext cx="106355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Here 19 is the first element which is less than pivot 24, for this reason, 19 is replaced by 24. </a:t>
            </a:r>
          </a:p>
        </p:txBody>
      </p:sp>
    </p:spTree>
    <p:extLst>
      <p:ext uri="{BB962C8B-B14F-4D97-AF65-F5344CB8AC3E}">
        <p14:creationId xmlns:p14="http://schemas.microsoft.com/office/powerpoint/2010/main" val="589042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8B68B-110A-B154-419E-5706941D8D2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94595"/>
            <a:ext cx="10515600" cy="986597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Quick Sort: Example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91FF4-0EAE-D159-4B18-8144560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02995"/>
            <a:ext cx="2743200" cy="365125"/>
          </a:xfrm>
        </p:spPr>
        <p:txBody>
          <a:bodyPr/>
          <a:lstStyle/>
          <a:p>
            <a:fld id="{4258EEB7-5768-4C10-8B5B-78677D2B3B24}" type="datetime4">
              <a:rPr lang="en-US" sz="1400" smtClean="0"/>
              <a:t>October 30, 2024</a:t>
            </a:fld>
            <a:endParaRPr lang="en-US" sz="1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7A717-BEB6-7FF7-D405-28D6A7752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02996"/>
            <a:ext cx="2743200" cy="365125"/>
          </a:xfrm>
        </p:spPr>
        <p:txBody>
          <a:bodyPr/>
          <a:lstStyle/>
          <a:p>
            <a:fld id="{9DD34FA5-DE57-40F6-9D59-EB055F3CC13A}" type="slidenum">
              <a:rPr lang="en-US" sz="1400" smtClean="0"/>
              <a:t>9</a:t>
            </a:fld>
            <a:endParaRPr lang="en-US"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89029B-CACD-14E1-7E21-8F87342AA71B}"/>
              </a:ext>
            </a:extLst>
          </p:cNvPr>
          <p:cNvSpPr txBox="1"/>
          <p:nvPr/>
        </p:nvSpPr>
        <p:spPr>
          <a:xfrm>
            <a:off x="595952" y="1689375"/>
            <a:ext cx="110000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Step 2</a:t>
            </a:r>
            <a:r>
              <a:rPr lang="en-US" sz="2400" dirty="0"/>
              <a:t>: Scan the array from left to right and replace the first element which is greater than the pivot, with the pivot value.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74AA43-2651-5F54-D991-D362C472CE9C}"/>
              </a:ext>
            </a:extLst>
          </p:cNvPr>
          <p:cNvSpPr txBox="1"/>
          <p:nvPr/>
        </p:nvSpPr>
        <p:spPr>
          <a:xfrm>
            <a:off x="960460" y="4850522"/>
            <a:ext cx="106355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Here 29 is the first element which is greater than pivot 24, for this reason, 29 is replaced by 24.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801A75-0398-B6CB-F254-D5268EABF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1" y="2444284"/>
            <a:ext cx="4000500" cy="2095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5DF884A-4788-803F-A6AE-7CABB7CD0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350" y="2381250"/>
            <a:ext cx="40005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02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8B68B-110A-B154-419E-5706941D8D2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94595"/>
            <a:ext cx="10515600" cy="986597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Quick Sort: Example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91FF4-0EAE-D159-4B18-8144560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02995"/>
            <a:ext cx="2743200" cy="365125"/>
          </a:xfrm>
        </p:spPr>
        <p:txBody>
          <a:bodyPr/>
          <a:lstStyle/>
          <a:p>
            <a:fld id="{4258EEB7-5768-4C10-8B5B-78677D2B3B24}" type="datetime4">
              <a:rPr lang="en-US" sz="1400" smtClean="0"/>
              <a:t>October 30, 2024</a:t>
            </a:fld>
            <a:endParaRPr lang="en-US" sz="1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7A717-BEB6-7FF7-D405-28D6A7752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02996"/>
            <a:ext cx="2743200" cy="365125"/>
          </a:xfrm>
        </p:spPr>
        <p:txBody>
          <a:bodyPr/>
          <a:lstStyle/>
          <a:p>
            <a:fld id="{9DD34FA5-DE57-40F6-9D59-EB055F3CC13A}" type="slidenum">
              <a:rPr lang="en-US" sz="1400" smtClean="0"/>
              <a:t>10</a:t>
            </a:fld>
            <a:endParaRPr lang="en-US"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89029B-CACD-14E1-7E21-8F87342AA71B}"/>
              </a:ext>
            </a:extLst>
          </p:cNvPr>
          <p:cNvSpPr txBox="1"/>
          <p:nvPr/>
        </p:nvSpPr>
        <p:spPr>
          <a:xfrm>
            <a:off x="595952" y="1689375"/>
            <a:ext cx="110000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Step 3</a:t>
            </a:r>
            <a:r>
              <a:rPr lang="en-US" sz="2400" dirty="0"/>
              <a:t>: Scan the array from right to left and replace the first element which is less than the pivot, with the pivot value.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74AA43-2651-5F54-D991-D362C472CE9C}"/>
              </a:ext>
            </a:extLst>
          </p:cNvPr>
          <p:cNvSpPr txBox="1"/>
          <p:nvPr/>
        </p:nvSpPr>
        <p:spPr>
          <a:xfrm>
            <a:off x="960460" y="4850522"/>
            <a:ext cx="106355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Here 14 is the first element which is less than pivot 24, for this reason, 14 is replaced by 24.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FC42D0-A2A8-16D3-0D87-52399927B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1" y="2444284"/>
            <a:ext cx="4000500" cy="2095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DF6FD6A-DD7B-32CE-C720-235DCD585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3541" y="2381250"/>
            <a:ext cx="40005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645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8B68B-110A-B154-419E-5706941D8D2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94595"/>
            <a:ext cx="10515600" cy="986597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Quick Sort: Example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91FF4-0EAE-D159-4B18-8144560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02995"/>
            <a:ext cx="2743200" cy="365125"/>
          </a:xfrm>
        </p:spPr>
        <p:txBody>
          <a:bodyPr/>
          <a:lstStyle/>
          <a:p>
            <a:fld id="{4258EEB7-5768-4C10-8B5B-78677D2B3B24}" type="datetime4">
              <a:rPr lang="en-US" sz="1400" smtClean="0"/>
              <a:t>October 30, 2024</a:t>
            </a:fld>
            <a:endParaRPr lang="en-US" sz="1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7A717-BEB6-7FF7-D405-28D6A7752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02996"/>
            <a:ext cx="2743200" cy="365125"/>
          </a:xfrm>
        </p:spPr>
        <p:txBody>
          <a:bodyPr/>
          <a:lstStyle/>
          <a:p>
            <a:fld id="{9DD34FA5-DE57-40F6-9D59-EB055F3CC13A}" type="slidenum">
              <a:rPr lang="en-US" sz="1400" smtClean="0"/>
              <a:t>11</a:t>
            </a:fld>
            <a:endParaRPr lang="en-US" sz="1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74AA43-2651-5F54-D991-D362C472CE9C}"/>
              </a:ext>
            </a:extLst>
          </p:cNvPr>
          <p:cNvSpPr txBox="1"/>
          <p:nvPr/>
        </p:nvSpPr>
        <p:spPr>
          <a:xfrm>
            <a:off x="838200" y="1684242"/>
            <a:ext cx="106355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Finally, the array is now divided into two parts one part is less than the pivot and the other part is greater than the pivot.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069460-AE13-2A41-30F2-7AE0E7D20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965" y="2714625"/>
            <a:ext cx="400050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71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8B68B-110A-B154-419E-5706941D8D2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94595"/>
            <a:ext cx="10515600" cy="986597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Time Complexity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91FF4-0EAE-D159-4B18-8144560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02995"/>
            <a:ext cx="2743200" cy="365125"/>
          </a:xfrm>
        </p:spPr>
        <p:txBody>
          <a:bodyPr/>
          <a:lstStyle/>
          <a:p>
            <a:fld id="{4258EEB7-5768-4C10-8B5B-78677D2B3B24}" type="datetime4">
              <a:rPr lang="en-US" sz="1400" smtClean="0"/>
              <a:t>October 30, 2024</a:t>
            </a:fld>
            <a:endParaRPr lang="en-US" sz="1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7A717-BEB6-7FF7-D405-28D6A7752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02996"/>
            <a:ext cx="2743200" cy="365125"/>
          </a:xfrm>
        </p:spPr>
        <p:txBody>
          <a:bodyPr/>
          <a:lstStyle/>
          <a:p>
            <a:fld id="{9DD34FA5-DE57-40F6-9D59-EB055F3CC13A}" type="slidenum">
              <a:rPr lang="en-US" sz="1400" smtClean="0"/>
              <a:t>12</a:t>
            </a:fld>
            <a:endParaRPr 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874AA43-2651-5F54-D991-D362C472CE9C}"/>
                  </a:ext>
                </a:extLst>
              </p:cNvPr>
              <p:cNvSpPr txBox="1"/>
              <p:nvPr/>
            </p:nvSpPr>
            <p:spPr>
              <a:xfrm>
                <a:off x="573206" y="1381192"/>
                <a:ext cx="11310014" cy="42441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Best Case Complexity </a:t>
                </a:r>
                <a:r>
                  <a:rPr lang="en-US" sz="2400" dirty="0"/>
                  <a:t>- In Quicksort, the best case occurs when the pivot element is the middle element or near the middle element. The best-case time complexity of quicksort is O(n*</a:t>
                </a:r>
                <a:r>
                  <a:rPr lang="en-US" sz="2400" dirty="0" err="1"/>
                  <a:t>logn</a:t>
                </a:r>
                <a:r>
                  <a:rPr lang="en-US" sz="2400" dirty="0"/>
                  <a:t>).</a:t>
                </a:r>
              </a:p>
              <a:p>
                <a:endParaRPr lang="en-US" sz="2400" dirty="0"/>
              </a:p>
              <a:p>
                <a:r>
                  <a:rPr lang="en-US" sz="2400" b="1" dirty="0"/>
                  <a:t>Average Case Complexity </a:t>
                </a:r>
                <a:r>
                  <a:rPr lang="en-US" sz="2400" dirty="0"/>
                  <a:t>- It occurs when the array elements are in jumbled order that is not properly ascending and not properly descending. The average case time complexity of quicksort is O(n*</a:t>
                </a:r>
                <a:r>
                  <a:rPr lang="en-US" sz="2400" dirty="0" err="1"/>
                  <a:t>logn</a:t>
                </a:r>
                <a:r>
                  <a:rPr lang="en-US" sz="2400" dirty="0"/>
                  <a:t>).</a:t>
                </a:r>
              </a:p>
              <a:p>
                <a:endParaRPr lang="en-US" sz="2400" dirty="0"/>
              </a:p>
              <a:p>
                <a:r>
                  <a:rPr lang="en-US" sz="2400" b="1" dirty="0"/>
                  <a:t>Worst Case Complexity </a:t>
                </a:r>
                <a:r>
                  <a:rPr lang="en-US" sz="2400" dirty="0"/>
                  <a:t>- In quick sort, the worst case occurs when the pivot element is either the greatest or smallest element. The worst-case time complexity of quicksort is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).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874AA43-2651-5F54-D991-D362C472C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206" y="1381192"/>
                <a:ext cx="11310014" cy="4244175"/>
              </a:xfrm>
              <a:prstGeom prst="rect">
                <a:avLst/>
              </a:prstGeom>
              <a:blipFill>
                <a:blip r:embed="rId2"/>
                <a:stretch>
                  <a:fillRect l="-809" t="-1149" r="-1024" b="-2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58886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2083A-8F0F-77C8-3AAD-33C43EFC9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07A82-CB00-402B-A3D4-496CE2895842}" type="datetime4">
              <a:rPr lang="en-US" sz="1400" smtClean="0"/>
              <a:t>October 30, 2024</a:t>
            </a:fld>
            <a:endParaRPr lang="en-US" sz="1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9FCFF-9D55-9775-7A39-3673E2571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34FA5-DE57-40F6-9D59-EB055F3CC13A}" type="slidenum">
              <a:rPr lang="en-US" sz="1400" smtClean="0"/>
              <a:t>13</a:t>
            </a:fld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AA9169-E275-27A5-5144-83494B4914D3}"/>
              </a:ext>
            </a:extLst>
          </p:cNvPr>
          <p:cNvSpPr txBox="1"/>
          <p:nvPr/>
        </p:nvSpPr>
        <p:spPr>
          <a:xfrm>
            <a:off x="1846998" y="2577054"/>
            <a:ext cx="81352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Any Question?</a:t>
            </a:r>
          </a:p>
        </p:txBody>
      </p:sp>
    </p:spTree>
    <p:extLst>
      <p:ext uri="{BB962C8B-B14F-4D97-AF65-F5344CB8AC3E}">
        <p14:creationId xmlns:p14="http://schemas.microsoft.com/office/powerpoint/2010/main" val="3928092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A970D-521A-8B49-32AF-4C8029D96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80596-6DAD-489E-90D8-1359BE1DD7F3}" type="datetime4">
              <a:rPr lang="en-US" smtClean="0"/>
              <a:t>October 30, 2024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E4222-6F49-565C-4B06-FA536B2A3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34FA5-DE57-40F6-9D59-EB055F3CC13A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1026" name="Picture 2" descr="Thank You Emoji Images – Browse 2,111 Stock Photos, Vectors, and Video |  Adobe Stock">
            <a:extLst>
              <a:ext uri="{FF2B5EF4-FFF2-40B4-BE49-F238E27FC236}">
                <a16:creationId xmlns:a16="http://schemas.microsoft.com/office/drawing/2014/main" id="{F6319324-6813-4C13-45FB-D1ABC83A32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644880"/>
            <a:ext cx="7165075" cy="5568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6957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1921</TotalTime>
  <Words>689</Words>
  <Application>Microsoft Office PowerPoint</Application>
  <PresentationFormat>Widescreen</PresentationFormat>
  <Paragraphs>74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Cambria Math</vt:lpstr>
      <vt:lpstr>Times New Roman</vt:lpstr>
      <vt:lpstr>Wingdings</vt:lpstr>
      <vt:lpstr>Office Theme</vt:lpstr>
      <vt:lpstr>Quick Sort </vt:lpstr>
      <vt:lpstr>Contents</vt:lpstr>
      <vt:lpstr>What is Quick short?</vt:lpstr>
      <vt:lpstr>How does Quick Sort Work?</vt:lpstr>
      <vt:lpstr>How to Select a Pivot?</vt:lpstr>
      <vt:lpstr>Quick Sort: Example</vt:lpstr>
      <vt:lpstr>Quick Sort: Example</vt:lpstr>
      <vt:lpstr>Quick Sort: Example</vt:lpstr>
      <vt:lpstr>Quick Sort: Example</vt:lpstr>
      <vt:lpstr>Quick Sort: Example</vt:lpstr>
      <vt:lpstr>Quick Sort: Example</vt:lpstr>
      <vt:lpstr>Time Complexity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Sentiment Analysis of Restaurants Reviews using Natural Language Processing and Machine Learning Technique</dc:title>
  <dc:creator>MD ABDULLAH</dc:creator>
  <cp:lastModifiedBy>Hasan Abdullah</cp:lastModifiedBy>
  <cp:revision>137</cp:revision>
  <dcterms:created xsi:type="dcterms:W3CDTF">2022-12-04T17:51:35Z</dcterms:created>
  <dcterms:modified xsi:type="dcterms:W3CDTF">2024-10-30T04:32:27Z</dcterms:modified>
</cp:coreProperties>
</file>